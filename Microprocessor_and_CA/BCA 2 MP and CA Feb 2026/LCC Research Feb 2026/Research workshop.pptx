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9"/>
  </p:notesMasterIdLst>
  <p:sldIdLst>
    <p:sldId id="261" r:id="rId5"/>
    <p:sldId id="258" r:id="rId6"/>
    <p:sldId id="260" r:id="rId7"/>
    <p:sldId id="25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90" autoAdjust="0"/>
    <p:restoredTop sz="86467" autoAdjust="0"/>
  </p:normalViewPr>
  <p:slideViewPr>
    <p:cSldViewPr snapToGrid="0">
      <p:cViewPr varScale="1">
        <p:scale>
          <a:sx n="51" d="100"/>
          <a:sy n="51" d="100"/>
        </p:scale>
        <p:origin x="436" y="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P BHUSAL" userId="28aa804b7aa9048e" providerId="LiveId" clId="{56AC72D6-4468-4923-9373-BCEA26D0E146}"/>
    <pc:docChg chg="undo custSel addSld delSld modSld sldOrd">
      <pc:chgData name="NP BHUSAL" userId="28aa804b7aa9048e" providerId="LiveId" clId="{56AC72D6-4468-4923-9373-BCEA26D0E146}" dt="2026-05-27T07:31:38.200" v="165" actId="14100"/>
      <pc:docMkLst>
        <pc:docMk/>
      </pc:docMkLst>
      <pc:sldChg chg="del ord">
        <pc:chgData name="NP BHUSAL" userId="28aa804b7aa9048e" providerId="LiveId" clId="{56AC72D6-4468-4923-9373-BCEA26D0E146}" dt="2026-05-27T03:29:07.763" v="3" actId="47"/>
        <pc:sldMkLst>
          <pc:docMk/>
          <pc:sldMk cId="2475805559" sldId="257"/>
        </pc:sldMkLst>
      </pc:sldChg>
      <pc:sldChg chg="addSp delSp modSp new mod ord">
        <pc:chgData name="NP BHUSAL" userId="28aa804b7aa9048e" providerId="LiveId" clId="{56AC72D6-4468-4923-9373-BCEA26D0E146}" dt="2026-05-27T04:14:10.394" v="154"/>
        <pc:sldMkLst>
          <pc:docMk/>
          <pc:sldMk cId="1653833041" sldId="258"/>
        </pc:sldMkLst>
        <pc:spChg chg="del">
          <ac:chgData name="NP BHUSAL" userId="28aa804b7aa9048e" providerId="LiveId" clId="{56AC72D6-4468-4923-9373-BCEA26D0E146}" dt="2026-05-27T03:32:31.559" v="37" actId="478"/>
          <ac:spMkLst>
            <pc:docMk/>
            <pc:sldMk cId="1653833041" sldId="258"/>
            <ac:spMk id="2" creationId="{6B78F589-ECDC-73C0-169A-E51471FE46BC}"/>
          </ac:spMkLst>
        </pc:spChg>
        <pc:spChg chg="del">
          <ac:chgData name="NP BHUSAL" userId="28aa804b7aa9048e" providerId="LiveId" clId="{56AC72D6-4468-4923-9373-BCEA26D0E146}" dt="2026-05-27T03:29:14.329" v="5"/>
          <ac:spMkLst>
            <pc:docMk/>
            <pc:sldMk cId="1653833041" sldId="258"/>
            <ac:spMk id="3" creationId="{AE4C0284-E7C8-C586-3DC3-BBE173AEA7EA}"/>
          </ac:spMkLst>
        </pc:spChg>
        <pc:spChg chg="add mod">
          <ac:chgData name="NP BHUSAL" userId="28aa804b7aa9048e" providerId="LiveId" clId="{56AC72D6-4468-4923-9373-BCEA26D0E146}" dt="2026-05-27T03:38:02.837" v="93" actId="14100"/>
          <ac:spMkLst>
            <pc:docMk/>
            <pc:sldMk cId="1653833041" sldId="258"/>
            <ac:spMk id="6" creationId="{76C26EC4-9B9F-214D-B006-95CEEF997C55}"/>
          </ac:spMkLst>
        </pc:spChg>
        <pc:graphicFrameChg chg="add mod modGraphic">
          <ac:chgData name="NP BHUSAL" userId="28aa804b7aa9048e" providerId="LiveId" clId="{56AC72D6-4468-4923-9373-BCEA26D0E146}" dt="2026-05-27T03:39:25.349" v="101" actId="14100"/>
          <ac:graphicFrameMkLst>
            <pc:docMk/>
            <pc:sldMk cId="1653833041" sldId="258"/>
            <ac:graphicFrameMk id="4" creationId="{050CE4C4-040B-BD75-0E17-525AA0E78BB6}"/>
          </ac:graphicFrameMkLst>
        </pc:graphicFrameChg>
        <pc:picChg chg="add mod">
          <ac:chgData name="NP BHUSAL" userId="28aa804b7aa9048e" providerId="LiveId" clId="{56AC72D6-4468-4923-9373-BCEA26D0E146}" dt="2026-05-27T03:34:36.012" v="81" actId="14100"/>
          <ac:picMkLst>
            <pc:docMk/>
            <pc:sldMk cId="1653833041" sldId="258"/>
            <ac:picMk id="5" creationId="{EBC4B947-F97D-4662-9154-C2265F357DC7}"/>
          </ac:picMkLst>
        </pc:picChg>
      </pc:sldChg>
      <pc:sldChg chg="new">
        <pc:chgData name="NP BHUSAL" userId="28aa804b7aa9048e" providerId="LiveId" clId="{56AC72D6-4468-4923-9373-BCEA26D0E146}" dt="2026-05-27T03:29:11.962" v="4" actId="680"/>
        <pc:sldMkLst>
          <pc:docMk/>
          <pc:sldMk cId="818441065" sldId="259"/>
        </pc:sldMkLst>
      </pc:sldChg>
      <pc:sldChg chg="modSp add mod">
        <pc:chgData name="NP BHUSAL" userId="28aa804b7aa9048e" providerId="LiveId" clId="{56AC72D6-4468-4923-9373-BCEA26D0E146}" dt="2026-05-27T04:15:32.931" v="161" actId="207"/>
        <pc:sldMkLst>
          <pc:docMk/>
          <pc:sldMk cId="3935412839" sldId="260"/>
        </pc:sldMkLst>
        <pc:spChg chg="mod">
          <ac:chgData name="NP BHUSAL" userId="28aa804b7aa9048e" providerId="LiveId" clId="{56AC72D6-4468-4923-9373-BCEA26D0E146}" dt="2026-05-27T04:15:14.854" v="159" actId="207"/>
          <ac:spMkLst>
            <pc:docMk/>
            <pc:sldMk cId="3935412839" sldId="260"/>
            <ac:spMk id="6" creationId="{8205F795-3834-8C41-1606-07B1DFCF22C4}"/>
          </ac:spMkLst>
        </pc:spChg>
        <pc:graphicFrameChg chg="mod modGraphic">
          <ac:chgData name="NP BHUSAL" userId="28aa804b7aa9048e" providerId="LiveId" clId="{56AC72D6-4468-4923-9373-BCEA26D0E146}" dt="2026-05-27T04:15:32.931" v="161" actId="207"/>
          <ac:graphicFrameMkLst>
            <pc:docMk/>
            <pc:sldMk cId="3935412839" sldId="260"/>
            <ac:graphicFrameMk id="4" creationId="{9E298A17-D791-7D0F-B269-91DE3A84E2C0}"/>
          </ac:graphicFrameMkLst>
        </pc:graphicFrameChg>
      </pc:sldChg>
      <pc:sldChg chg="addSp modSp new mod">
        <pc:chgData name="NP BHUSAL" userId="28aa804b7aa9048e" providerId="LiveId" clId="{56AC72D6-4468-4923-9373-BCEA26D0E146}" dt="2026-05-27T07:31:38.200" v="165" actId="14100"/>
        <pc:sldMkLst>
          <pc:docMk/>
          <pc:sldMk cId="828067110" sldId="261"/>
        </pc:sldMkLst>
        <pc:picChg chg="add mod">
          <ac:chgData name="NP BHUSAL" userId="28aa804b7aa9048e" providerId="LiveId" clId="{56AC72D6-4468-4923-9373-BCEA26D0E146}" dt="2026-05-27T07:31:38.200" v="165" actId="14100"/>
          <ac:picMkLst>
            <pc:docMk/>
            <pc:sldMk cId="828067110" sldId="261"/>
            <ac:picMk id="4" creationId="{2B57381F-C1D3-E9AC-49DE-EB40CC3C5BC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B20BCE-63A5-4BDF-869E-51E0BB5D9D23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166C9A-B1A2-49BC-8422-EEC78E666D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5332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166C9A-B1A2-49BC-8422-EEC78E666DD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7884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166C9A-B1A2-49BC-8422-EEC78E666DD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9414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5/27/2026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5/27/2026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5/27/2026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5/27/2026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5/27/2026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5/27/2026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5/27/2026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5/27/2026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5/27/2026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5/27/2026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5/27/2026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5/27/2026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078F4-A702-2E97-2083-ADBB6B9BA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B61428-4D01-4887-89D0-7A56AB690B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 descr="May be an image of text that says &quot;ESTD TILOTTAMA MA TAMA SHM CITY COANIS LUMBINI CITY COLLEGE Affiliated to Tribhuvan University Tilottama-04, Drivertole, Rupandehi BSc.CSIT BITM BCA -Tω- Two-Day- RESEARCH ARTICLE WRITING Workshop For Teaching Faculties Write with Clarity, Publish with Impact. Key Person Prof.Dr. Prof. Dr. JIB LAL SAPKOTA (Tribhuvan University) DATES 尚 目 13-02-2083 (Wednesday) 14-02-2083(Thursday) 14-02-2083 (Thursday) VENUE Lumbini City College Let's Write, Share and Make an Impact! www.lcc.edu.np admin@lcc.edu.np +977-71-414633, 9857043996&quot;">
            <a:extLst>
              <a:ext uri="{FF2B5EF4-FFF2-40B4-BE49-F238E27FC236}">
                <a16:creationId xmlns:a16="http://schemas.microsoft.com/office/drawing/2014/main" id="{2B57381F-C1D3-E9AC-49DE-EB40CC3C5B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8981" y="1"/>
            <a:ext cx="52738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0671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50CE4C4-040B-BD75-0E17-525AA0E78B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42642834"/>
              </p:ext>
            </p:extLst>
          </p:nvPr>
        </p:nvGraphicFramePr>
        <p:xfrm>
          <a:off x="6325644" y="1866379"/>
          <a:ext cx="5866355" cy="4991622"/>
        </p:xfrm>
        <a:graphic>
          <a:graphicData uri="http://schemas.openxmlformats.org/drawingml/2006/table">
            <a:tbl>
              <a:tblPr>
                <a:tableStyleId>{8FD4443E-F989-4FC4-A0C8-D5A2AF1F390B}</a:tableStyleId>
              </a:tblPr>
              <a:tblGrid>
                <a:gridCol w="1603331">
                  <a:extLst>
                    <a:ext uri="{9D8B030D-6E8A-4147-A177-3AD203B41FA5}">
                      <a16:colId xmlns:a16="http://schemas.microsoft.com/office/drawing/2014/main" val="1323265961"/>
                    </a:ext>
                  </a:extLst>
                </a:gridCol>
                <a:gridCol w="4263024">
                  <a:extLst>
                    <a:ext uri="{9D8B030D-6E8A-4147-A177-3AD203B41FA5}">
                      <a16:colId xmlns:a16="http://schemas.microsoft.com/office/drawing/2014/main" val="4184810833"/>
                    </a:ext>
                  </a:extLst>
                </a:gridCol>
              </a:tblGrid>
              <a:tr h="1864628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1" u="none" strike="noStrike" dirty="0">
                          <a:effectLst/>
                          <a:latin typeface="+mj-lt"/>
                        </a:rPr>
                        <a:t>2/13/2083 (Day-1)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US" sz="1600" b="1" u="none" strike="noStrike" dirty="0">
                          <a:effectLst/>
                        </a:rPr>
                        <a:t> 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US" sz="1600" b="1" u="none" strike="noStrike" dirty="0">
                          <a:effectLst/>
                        </a:rPr>
                        <a:t> 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1" u="none" strike="noStrike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I. Session: Title Selection  Writing Paragraph and Annotated Bibliography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716144396"/>
                  </a:ext>
                </a:extLst>
              </a:tr>
              <a:tr h="135788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1" u="none" strike="noStrike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II. </a:t>
                      </a:r>
                      <a:r>
                        <a:rPr lang="en-US" sz="1800" b="1" u="none" strike="noStrike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a.Fundamentals</a:t>
                      </a:r>
                      <a:r>
                        <a:rPr lang="en-US" sz="1800" b="1" u="none" strike="noStrike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of Research Article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367071470"/>
                  </a:ext>
                </a:extLst>
              </a:tr>
              <a:tr h="1769112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1" u="none" strike="noStrike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b. Writing Introduction, Statement of the Problem, Research Questions and Objectives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324480458"/>
                  </a:ext>
                </a:extLst>
              </a:tr>
            </a:tbl>
          </a:graphicData>
        </a:graphic>
      </p:graphicFrame>
      <p:pic>
        <p:nvPicPr>
          <p:cNvPr id="5" name="Picture 4" descr="May be an image of text that says &quot;ESTD TILOTTAMA MA TAMA SHM CITY COANIS LUMBINI CITY COLLEGE Affiliated to Tribhuvan University Tilottama-04, Drivertole, Rupandehi BSc.CSIT BITM BCA -Tω- Two-Day- RESEARCH ARTICLE WRITING Workshop For Teaching Faculties Write with Clarity, Publish with Impact. Key Person Prof.Dr. Prof. Dr. JIB LAL SAPKOTA (Tribhuvan University) DATES 尚 目 13-02-2083 (Wednesday) 14-02-2083(Thursday) 14-02-2083 (Thursday) VENUE Lumbini City College Let's Write, Share and Make an Impact! www.lcc.edu.np admin@lcc.edu.np +977-71-414633, 9857043996&quot;">
            <a:extLst>
              <a:ext uri="{FF2B5EF4-FFF2-40B4-BE49-F238E27FC236}">
                <a16:creationId xmlns:a16="http://schemas.microsoft.com/office/drawing/2014/main" id="{EBC4B947-F97D-4662-9154-C2265F357D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327736" cy="6928081"/>
          </a:xfrm>
          <a:prstGeom prst="rect">
            <a:avLst/>
          </a:prstGeom>
        </p:spPr>
      </p:pic>
      <p:sp>
        <p:nvSpPr>
          <p:cNvPr id="6" name="Callout: Down Arrow 5">
            <a:extLst>
              <a:ext uri="{FF2B5EF4-FFF2-40B4-BE49-F238E27FC236}">
                <a16:creationId xmlns:a16="http://schemas.microsoft.com/office/drawing/2014/main" id="{76C26EC4-9B9F-214D-B006-95CEEF997C55}"/>
              </a:ext>
            </a:extLst>
          </p:cNvPr>
          <p:cNvSpPr/>
          <p:nvPr/>
        </p:nvSpPr>
        <p:spPr>
          <a:xfrm>
            <a:off x="6325644" y="588723"/>
            <a:ext cx="5866355" cy="1277655"/>
          </a:xfrm>
          <a:prstGeom prst="down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atin typeface="Algerian" panose="04020705040A02060702" pitchFamily="82" charset="0"/>
              </a:rPr>
              <a:t>Program Highlights</a:t>
            </a:r>
          </a:p>
        </p:txBody>
      </p:sp>
    </p:spTree>
    <p:extLst>
      <p:ext uri="{BB962C8B-B14F-4D97-AF65-F5344CB8AC3E}">
        <p14:creationId xmlns:p14="http://schemas.microsoft.com/office/powerpoint/2010/main" val="1653833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A2468-0AA2-5F79-2DDB-CBD4D6C8E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E298A17-D791-7D0F-B269-91DE3A84E2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0040071"/>
              </p:ext>
            </p:extLst>
          </p:nvPr>
        </p:nvGraphicFramePr>
        <p:xfrm>
          <a:off x="6325644" y="1866378"/>
          <a:ext cx="5866355" cy="5061703"/>
        </p:xfrm>
        <a:graphic>
          <a:graphicData uri="http://schemas.openxmlformats.org/drawingml/2006/table">
            <a:tbl>
              <a:tblPr>
                <a:tableStyleId>{8FD4443E-F989-4FC4-A0C8-D5A2AF1F390B}</a:tableStyleId>
              </a:tblPr>
              <a:tblGrid>
                <a:gridCol w="1603331">
                  <a:extLst>
                    <a:ext uri="{9D8B030D-6E8A-4147-A177-3AD203B41FA5}">
                      <a16:colId xmlns:a16="http://schemas.microsoft.com/office/drawing/2014/main" val="1323265961"/>
                    </a:ext>
                  </a:extLst>
                </a:gridCol>
                <a:gridCol w="4263024">
                  <a:extLst>
                    <a:ext uri="{9D8B030D-6E8A-4147-A177-3AD203B41FA5}">
                      <a16:colId xmlns:a16="http://schemas.microsoft.com/office/drawing/2014/main" val="4184810833"/>
                    </a:ext>
                  </a:extLst>
                </a:gridCol>
              </a:tblGrid>
              <a:tr h="1890807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1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2/14/2083</a:t>
                      </a:r>
                      <a:r>
                        <a:rPr lang="en-US" sz="2400" b="1" u="none" strike="noStrike" dirty="0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 </a:t>
                      </a:r>
                      <a:r>
                        <a:rPr lang="en-US" sz="2400" b="1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(Day-2)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002060"/>
                          </a:solidFill>
                          <a:effectLst/>
                        </a:rPr>
                        <a:t> 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002060"/>
                          </a:solidFill>
                          <a:effectLst/>
                        </a:rPr>
                        <a:t> </a:t>
                      </a:r>
                      <a:endParaRPr lang="en-US" sz="1600" b="1" i="0" u="none" strike="noStrike" dirty="0">
                        <a:solidFill>
                          <a:srgbClr val="00206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en-US" sz="1800" b="1" u="none" strike="noStrike" dirty="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I.   a.Discussion on Home Assignments </a:t>
                      </a:r>
                    </a:p>
                    <a:p>
                      <a:pPr marL="0" indent="0" algn="l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     b. Writing Literature Review and    </a:t>
                      </a:r>
                    </a:p>
                    <a:p>
                      <a:pPr marL="0" indent="0" algn="l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         Research Methodology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716144396"/>
                  </a:ext>
                </a:extLst>
              </a:tr>
              <a:tr h="137694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1" u="none" strike="noStrike" dirty="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II. Session: 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sz="1800" b="1" u="none" strike="noStrike" dirty="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a. Writing Results and Discussion/ Textual Analysis, Conclusion; </a:t>
                      </a:r>
                      <a:endParaRPr lang="en-US" sz="1800" b="1" i="0" u="none" strike="noStrike" dirty="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367071470"/>
                  </a:ext>
                </a:extLst>
              </a:tr>
              <a:tr h="179395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1" u="none" strike="noStrike" dirty="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b. Mechanics, Citation and Works Cited/References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sz="1800" b="1" u="none" strike="noStrike" dirty="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AND  Wrapping Up</a:t>
                      </a:r>
                    </a:p>
                    <a:p>
                      <a:pPr algn="l" fontAlgn="ctr">
                        <a:buNone/>
                      </a:pPr>
                      <a:endParaRPr lang="en-US" sz="1800" b="1" i="0" u="none" strike="noStrike" dirty="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324480458"/>
                  </a:ext>
                </a:extLst>
              </a:tr>
            </a:tbl>
          </a:graphicData>
        </a:graphic>
      </p:graphicFrame>
      <p:pic>
        <p:nvPicPr>
          <p:cNvPr id="5" name="Picture 4" descr="May be an image of text that says &quot;ESTD TILOTTAMA MA TAMA SHM CITY COANIS LUMBINI CITY COLLEGE Affiliated to Tribhuvan University Tilottama-04, Drivertole, Rupandehi BSc.CSIT BITM BCA -Tω- Two-Day- RESEARCH ARTICLE WRITING Workshop For Teaching Faculties Write with Clarity, Publish with Impact. Key Person Prof.Dr. Prof. Dr. JIB LAL SAPKOTA (Tribhuvan University) DATES 尚 目 13-02-2083 (Wednesday) 14-02-2083(Thursday) 14-02-2083 (Thursday) VENUE Lumbini City College Let's Write, Share and Make an Impact! www.lcc.edu.np admin@lcc.edu.np +977-71-414633, 9857043996&quot;">
            <a:extLst>
              <a:ext uri="{FF2B5EF4-FFF2-40B4-BE49-F238E27FC236}">
                <a16:creationId xmlns:a16="http://schemas.microsoft.com/office/drawing/2014/main" id="{12C017B4-FC6A-7363-6C2B-90D50C1258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327736" cy="6928081"/>
          </a:xfrm>
          <a:prstGeom prst="rect">
            <a:avLst/>
          </a:prstGeom>
        </p:spPr>
      </p:pic>
      <p:sp>
        <p:nvSpPr>
          <p:cNvPr id="6" name="Callout: Down Arrow 5">
            <a:extLst>
              <a:ext uri="{FF2B5EF4-FFF2-40B4-BE49-F238E27FC236}">
                <a16:creationId xmlns:a16="http://schemas.microsoft.com/office/drawing/2014/main" id="{8205F795-3834-8C41-1606-07B1DFCF22C4}"/>
              </a:ext>
            </a:extLst>
          </p:cNvPr>
          <p:cNvSpPr/>
          <p:nvPr/>
        </p:nvSpPr>
        <p:spPr>
          <a:xfrm>
            <a:off x="6325644" y="588723"/>
            <a:ext cx="5866355" cy="1277655"/>
          </a:xfrm>
          <a:prstGeom prst="down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Algerian" panose="04020705040A02060702" pitchFamily="82" charset="0"/>
              </a:rPr>
              <a:t>Program Highlights</a:t>
            </a:r>
          </a:p>
        </p:txBody>
      </p:sp>
    </p:spTree>
    <p:extLst>
      <p:ext uri="{BB962C8B-B14F-4D97-AF65-F5344CB8AC3E}">
        <p14:creationId xmlns:p14="http://schemas.microsoft.com/office/powerpoint/2010/main" val="39354128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E52E4-3F8A-81E3-9BA8-89A300597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FD005-A96C-49CE-020C-C2079DCFFC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441065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D289AE2-D2AE-49D1-AFAC-3A79F6794255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41E7CA09-9778-4414-AE97-8064B12DA30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{6F01AA32-DBB6-4517-90E0-4A9AAD685748}TF201209c3-d067-44f9-a26f-c8f216c4431347f6cf9d_win32-4021059b889a</Template>
  <TotalTime>359</TotalTime>
  <Words>98</Words>
  <Application>Microsoft Office PowerPoint</Application>
  <PresentationFormat>Widescreen</PresentationFormat>
  <Paragraphs>20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Algerian</vt:lpstr>
      <vt:lpstr>Aptos</vt:lpstr>
      <vt:lpstr>Cambria</vt:lpstr>
      <vt:lpstr>Franklin Gothic Book</vt:lpstr>
      <vt:lpstr>Franklin Gothic Demi</vt:lpstr>
      <vt:lpstr>Wingdings 2</vt:lpstr>
      <vt:lpstr>DividendVTI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NP BHUSAL</dc:creator>
  <cp:lastModifiedBy>NP BHUSAL</cp:lastModifiedBy>
  <cp:revision>3</cp:revision>
  <dcterms:created xsi:type="dcterms:W3CDTF">2026-04-25T02:35:52Z</dcterms:created>
  <dcterms:modified xsi:type="dcterms:W3CDTF">2026-05-27T11:17:13Z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