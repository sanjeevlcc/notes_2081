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88" r:id="rId5"/>
  </p:sldMasterIdLst>
  <p:notesMasterIdLst>
    <p:notesMasterId r:id="rId26"/>
  </p:notesMasterIdLst>
  <p:handoutMasterIdLst>
    <p:handoutMasterId r:id="rId27"/>
  </p:handoutMasterIdLst>
  <p:sldIdLst>
    <p:sldId id="256" r:id="rId6"/>
    <p:sldId id="295" r:id="rId7"/>
    <p:sldId id="325" r:id="rId8"/>
    <p:sldId id="326" r:id="rId9"/>
    <p:sldId id="296" r:id="rId10"/>
    <p:sldId id="306" r:id="rId11"/>
    <p:sldId id="320" r:id="rId12"/>
    <p:sldId id="319" r:id="rId13"/>
    <p:sldId id="342" r:id="rId14"/>
    <p:sldId id="343" r:id="rId15"/>
    <p:sldId id="337" r:id="rId16"/>
    <p:sldId id="338" r:id="rId17"/>
    <p:sldId id="339" r:id="rId18"/>
    <p:sldId id="340" r:id="rId19"/>
    <p:sldId id="341" r:id="rId20"/>
    <p:sldId id="344" r:id="rId21"/>
    <p:sldId id="345" r:id="rId22"/>
    <p:sldId id="346" r:id="rId23"/>
    <p:sldId id="347" r:id="rId24"/>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C62F4-63B1-79B9-72CF-0D35C125809F}" v="1105" dt="2024-09-02T12:31:55.710"/>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5646" autoAdjust="0"/>
  </p:normalViewPr>
  <p:slideViewPr>
    <p:cSldViewPr snapToGrid="0">
      <p:cViewPr varScale="1">
        <p:scale>
          <a:sx n="44" d="100"/>
          <a:sy n="44" d="100"/>
        </p:scale>
        <p:origin x="1171" y="53"/>
      </p:cViewPr>
      <p:guideLst>
        <p:guide orient="horz" pos="2160"/>
        <p:guide pos="3840"/>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3/29/2026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3/29/2026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170281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0E71C67B-FA27-6781-9199-837820E00C5D}"/>
              </a:ext>
            </a:extLst>
          </p:cNvPr>
          <p:cNvGrpSpPr>
            <a:grpSpLocks/>
          </p:cNvGrpSpPr>
          <p:nvPr/>
        </p:nvGrpSpPr>
        <p:grpSpPr bwMode="auto">
          <a:xfrm>
            <a:off x="-10583" y="-7938"/>
            <a:ext cx="12225868" cy="6873876"/>
            <a:chOff x="-8466" y="-8468"/>
            <a:chExt cx="9169804" cy="6874935"/>
          </a:xfrm>
        </p:grpSpPr>
        <p:cxnSp>
          <p:nvCxnSpPr>
            <p:cNvPr id="5" name="Straight Connector 18">
              <a:extLst>
                <a:ext uri="{FF2B5EF4-FFF2-40B4-BE49-F238E27FC236}">
                  <a16:creationId xmlns:a16="http://schemas.microsoft.com/office/drawing/2014/main" id="{4A8F52D0-5DAA-CF72-0F1B-F74EC80FD0A2}"/>
                </a:ext>
              </a:extLst>
            </p:cNvPr>
            <p:cNvCxnSpPr/>
            <p:nvPr/>
          </p:nvCxnSpPr>
          <p:spPr>
            <a:xfrm flipV="1">
              <a:off x="5130498" y="4175239"/>
              <a:ext cx="4022902" cy="2683288"/>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19">
              <a:extLst>
                <a:ext uri="{FF2B5EF4-FFF2-40B4-BE49-F238E27FC236}">
                  <a16:creationId xmlns:a16="http://schemas.microsoft.com/office/drawing/2014/main" id="{7E383081-9907-062D-144A-6718E6D4B3EE}"/>
                </a:ext>
              </a:extLst>
            </p:cNvPr>
            <p:cNvCxnSpPr/>
            <p:nvPr/>
          </p:nvCxnSpPr>
          <p:spPr>
            <a:xfrm>
              <a:off x="7041932" y="-529"/>
              <a:ext cx="1219254" cy="6859057"/>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 name="Freeform 20">
              <a:extLst>
                <a:ext uri="{FF2B5EF4-FFF2-40B4-BE49-F238E27FC236}">
                  <a16:creationId xmlns:a16="http://schemas.microsoft.com/office/drawing/2014/main" id="{37802DC5-19CD-050A-73EC-69352206E835}"/>
                </a:ext>
              </a:extLst>
            </p:cNvPr>
            <p:cNvSpPr/>
            <p:nvPr/>
          </p:nvSpPr>
          <p:spPr>
            <a:xfrm>
              <a:off x="6891113" y="-529"/>
              <a:ext cx="2270225"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21">
              <a:extLst>
                <a:ext uri="{FF2B5EF4-FFF2-40B4-BE49-F238E27FC236}">
                  <a16:creationId xmlns:a16="http://schemas.microsoft.com/office/drawing/2014/main" id="{8D9142E1-031A-DB90-1ABE-D5569EC12CFB}"/>
                </a:ext>
              </a:extLst>
            </p:cNvPr>
            <p:cNvSpPr/>
            <p:nvPr/>
          </p:nvSpPr>
          <p:spPr>
            <a:xfrm>
              <a:off x="7205452" y="-8468"/>
              <a:ext cx="1947948"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22">
              <a:extLst>
                <a:ext uri="{FF2B5EF4-FFF2-40B4-BE49-F238E27FC236}">
                  <a16:creationId xmlns:a16="http://schemas.microsoft.com/office/drawing/2014/main" id="{3BC90B16-03C0-65AF-04E9-0CCA259624BB}"/>
                </a:ext>
              </a:extLst>
            </p:cNvPr>
            <p:cNvSpPr/>
            <p:nvPr/>
          </p:nvSpPr>
          <p:spPr>
            <a:xfrm>
              <a:off x="6638689" y="3919613"/>
              <a:ext cx="2513123"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23">
              <a:extLst>
                <a:ext uri="{FF2B5EF4-FFF2-40B4-BE49-F238E27FC236}">
                  <a16:creationId xmlns:a16="http://schemas.microsoft.com/office/drawing/2014/main" id="{083F88A6-50A8-DA24-452B-98EF49412093}"/>
                </a:ext>
              </a:extLst>
            </p:cNvPr>
            <p:cNvSpPr/>
            <p:nvPr/>
          </p:nvSpPr>
          <p:spPr>
            <a:xfrm>
              <a:off x="7010180" y="-8468"/>
              <a:ext cx="2143219"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24">
              <a:extLst>
                <a:ext uri="{FF2B5EF4-FFF2-40B4-BE49-F238E27FC236}">
                  <a16:creationId xmlns:a16="http://schemas.microsoft.com/office/drawing/2014/main" id="{AF2CD6CF-E90B-59D5-2332-4FCD35EBAA38}"/>
                </a:ext>
              </a:extLst>
            </p:cNvPr>
            <p:cNvSpPr/>
            <p:nvPr/>
          </p:nvSpPr>
          <p:spPr>
            <a:xfrm>
              <a:off x="8296112" y="-8468"/>
              <a:ext cx="857288"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25">
              <a:extLst>
                <a:ext uri="{FF2B5EF4-FFF2-40B4-BE49-F238E27FC236}">
                  <a16:creationId xmlns:a16="http://schemas.microsoft.com/office/drawing/2014/main" id="{BCAC1A1D-59B3-A17C-C4DB-DFC42E698658}"/>
                </a:ext>
              </a:extLst>
            </p:cNvPr>
            <p:cNvSpPr/>
            <p:nvPr/>
          </p:nvSpPr>
          <p:spPr>
            <a:xfrm>
              <a:off x="8077027" y="-8468"/>
              <a:ext cx="1066847"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26">
              <a:extLst>
                <a:ext uri="{FF2B5EF4-FFF2-40B4-BE49-F238E27FC236}">
                  <a16:creationId xmlns:a16="http://schemas.microsoft.com/office/drawing/2014/main" id="{1305DA1F-D8A4-FDB0-ACC8-49DDA458BE88}"/>
                </a:ext>
              </a:extLst>
            </p:cNvPr>
            <p:cNvSpPr/>
            <p:nvPr/>
          </p:nvSpPr>
          <p:spPr>
            <a:xfrm>
              <a:off x="8059565" y="4894488"/>
              <a:ext cx="1095423"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27">
              <a:extLst>
                <a:ext uri="{FF2B5EF4-FFF2-40B4-BE49-F238E27FC236}">
                  <a16:creationId xmlns:a16="http://schemas.microsoft.com/office/drawing/2014/main" id="{8CB31B6D-7B70-9554-AE92-4C6902F51E4A}"/>
                </a:ext>
              </a:extLst>
            </p:cNvPr>
            <p:cNvSpPr/>
            <p:nvPr/>
          </p:nvSpPr>
          <p:spPr>
            <a:xfrm>
              <a:off x="-8466" y="-8468"/>
              <a:ext cx="863639" cy="5698416"/>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87BADCF1-F6EF-E016-B8EB-B3E95087351C}"/>
              </a:ext>
            </a:extLst>
          </p:cNvPr>
          <p:cNvSpPr>
            <a:spLocks noGrp="1"/>
          </p:cNvSpPr>
          <p:nvPr>
            <p:ph type="dt" sz="half" idx="10"/>
          </p:nvPr>
        </p:nvSpPr>
        <p:spPr/>
        <p:txBody>
          <a:bodyPr/>
          <a:lstStyle>
            <a:lvl1pPr>
              <a:defRPr sz="900">
                <a:solidFill>
                  <a:srgbClr val="898989"/>
                </a:solidFill>
              </a:defRPr>
            </a:lvl1pPr>
          </a:lstStyle>
          <a:p>
            <a:fld id="{A1339CEA-6780-490F-BB9E-EFDDCE7BED8C}" type="datetimeFigureOut">
              <a:rPr lang="en-US" altLang="da-DK"/>
              <a:pPr/>
              <a:t>3/29/2026</a:t>
            </a:fld>
            <a:endParaRPr lang="en-US" altLang="da-DK"/>
          </a:p>
        </p:txBody>
      </p:sp>
      <p:sp>
        <p:nvSpPr>
          <p:cNvPr id="16" name="Footer Placeholder 4">
            <a:extLst>
              <a:ext uri="{FF2B5EF4-FFF2-40B4-BE49-F238E27FC236}">
                <a16:creationId xmlns:a16="http://schemas.microsoft.com/office/drawing/2014/main" id="{B60B554C-6030-BD99-B584-7169325CE9F5}"/>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17" name="Slide Number Placeholder 5">
            <a:extLst>
              <a:ext uri="{FF2B5EF4-FFF2-40B4-BE49-F238E27FC236}">
                <a16:creationId xmlns:a16="http://schemas.microsoft.com/office/drawing/2014/main" id="{74734DE0-6FEA-D781-26B5-C15374EE5FA6}"/>
              </a:ext>
            </a:extLst>
          </p:cNvPr>
          <p:cNvSpPr>
            <a:spLocks noGrp="1"/>
          </p:cNvSpPr>
          <p:nvPr>
            <p:ph type="sldNum" sz="quarter" idx="12"/>
          </p:nvPr>
        </p:nvSpPr>
        <p:spPr/>
        <p:txBody>
          <a:bodyPr/>
          <a:lstStyle>
            <a:lvl1pPr>
              <a:defRPr sz="900">
                <a:solidFill>
                  <a:schemeClr val="accent1"/>
                </a:solidFill>
              </a:defRPr>
            </a:lvl1pPr>
          </a:lstStyle>
          <a:p>
            <a:fld id="{AE9AA8A4-D964-4297-93FC-F6A31834C302}" type="slidenum">
              <a:rPr lang="en-US" altLang="da-DK"/>
              <a:pPr/>
              <a:t>‹#›</a:t>
            </a:fld>
            <a:endParaRPr lang="en-US" altLang="da-DK"/>
          </a:p>
        </p:txBody>
      </p:sp>
    </p:spTree>
    <p:extLst>
      <p:ext uri="{BB962C8B-B14F-4D97-AF65-F5344CB8AC3E}">
        <p14:creationId xmlns:p14="http://schemas.microsoft.com/office/powerpoint/2010/main" val="2971706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AEA16A3-FE87-98AC-A902-2A0D240F024E}"/>
              </a:ext>
            </a:extLst>
          </p:cNvPr>
          <p:cNvSpPr>
            <a:spLocks noGrp="1"/>
          </p:cNvSpPr>
          <p:nvPr>
            <p:ph type="dt" sz="half" idx="10"/>
          </p:nvPr>
        </p:nvSpPr>
        <p:spPr/>
        <p:txBody>
          <a:bodyPr/>
          <a:lstStyle>
            <a:lvl1pPr>
              <a:defRPr sz="900">
                <a:solidFill>
                  <a:srgbClr val="898989"/>
                </a:solidFill>
              </a:defRPr>
            </a:lvl1pPr>
          </a:lstStyle>
          <a:p>
            <a:fld id="{F43CCEBA-CA24-4036-B92A-E06395FB67BB}"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7A082EEC-7945-243B-7B31-BB400EDFB996}"/>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958AD8D-C169-AC30-8C57-067A32D04621}"/>
              </a:ext>
            </a:extLst>
          </p:cNvPr>
          <p:cNvSpPr>
            <a:spLocks noGrp="1"/>
          </p:cNvSpPr>
          <p:nvPr>
            <p:ph type="sldNum" sz="quarter" idx="12"/>
          </p:nvPr>
        </p:nvSpPr>
        <p:spPr/>
        <p:txBody>
          <a:bodyPr/>
          <a:lstStyle>
            <a:lvl1pPr>
              <a:defRPr sz="900">
                <a:solidFill>
                  <a:schemeClr val="accent1"/>
                </a:solidFill>
              </a:defRPr>
            </a:lvl1pPr>
          </a:lstStyle>
          <a:p>
            <a:fld id="{C08177DD-43C9-4B40-AC77-CF55733E4928}" type="slidenum">
              <a:rPr lang="en-US" altLang="da-DK"/>
              <a:pPr/>
              <a:t>‹#›</a:t>
            </a:fld>
            <a:endParaRPr lang="en-US" altLang="da-DK"/>
          </a:p>
        </p:txBody>
      </p:sp>
    </p:spTree>
    <p:extLst>
      <p:ext uri="{BB962C8B-B14F-4D97-AF65-F5344CB8AC3E}">
        <p14:creationId xmlns:p14="http://schemas.microsoft.com/office/powerpoint/2010/main" val="766737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330616-3A7E-B0BF-0037-0C70BC69C4DD}"/>
              </a:ext>
            </a:extLst>
          </p:cNvPr>
          <p:cNvSpPr>
            <a:spLocks noGrp="1"/>
          </p:cNvSpPr>
          <p:nvPr>
            <p:ph type="dt" sz="half" idx="10"/>
          </p:nvPr>
        </p:nvSpPr>
        <p:spPr/>
        <p:txBody>
          <a:bodyPr/>
          <a:lstStyle>
            <a:lvl1pPr>
              <a:defRPr sz="900">
                <a:solidFill>
                  <a:srgbClr val="898989"/>
                </a:solidFill>
              </a:defRPr>
            </a:lvl1pPr>
          </a:lstStyle>
          <a:p>
            <a:fld id="{FBBC1B5B-B3F6-43F6-B3CA-390224F3C1D3}"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B17919E6-FE0C-E5D7-B4C0-53968C236B25}"/>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AD0060C6-85DF-C58A-DA8F-5D435E085664}"/>
              </a:ext>
            </a:extLst>
          </p:cNvPr>
          <p:cNvSpPr>
            <a:spLocks noGrp="1"/>
          </p:cNvSpPr>
          <p:nvPr>
            <p:ph type="sldNum" sz="quarter" idx="12"/>
          </p:nvPr>
        </p:nvSpPr>
        <p:spPr/>
        <p:txBody>
          <a:bodyPr/>
          <a:lstStyle>
            <a:lvl1pPr>
              <a:defRPr sz="900">
                <a:solidFill>
                  <a:schemeClr val="accent1"/>
                </a:solidFill>
              </a:defRPr>
            </a:lvl1pPr>
          </a:lstStyle>
          <a:p>
            <a:fld id="{62B72DD4-A016-40EA-932A-F4A96F8A7D2A}" type="slidenum">
              <a:rPr lang="en-US" altLang="da-DK"/>
              <a:pPr/>
              <a:t>‹#›</a:t>
            </a:fld>
            <a:endParaRPr lang="en-US" altLang="da-DK"/>
          </a:p>
        </p:txBody>
      </p:sp>
    </p:spTree>
    <p:extLst>
      <p:ext uri="{BB962C8B-B14F-4D97-AF65-F5344CB8AC3E}">
        <p14:creationId xmlns:p14="http://schemas.microsoft.com/office/powerpoint/2010/main" val="1293731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E2734ED-28CA-4E53-51F7-FAB867A94F2E}"/>
              </a:ext>
            </a:extLst>
          </p:cNvPr>
          <p:cNvSpPr>
            <a:spLocks noGrp="1"/>
          </p:cNvSpPr>
          <p:nvPr>
            <p:ph type="dt" sz="half" idx="10"/>
          </p:nvPr>
        </p:nvSpPr>
        <p:spPr/>
        <p:txBody>
          <a:bodyPr/>
          <a:lstStyle>
            <a:lvl1pPr>
              <a:defRPr sz="900">
                <a:solidFill>
                  <a:srgbClr val="898989"/>
                </a:solidFill>
              </a:defRPr>
            </a:lvl1pPr>
          </a:lstStyle>
          <a:p>
            <a:fld id="{72C936DD-8514-4329-9EC8-2DBBF5657B97}" type="datetimeFigureOut">
              <a:rPr lang="en-US" altLang="da-DK"/>
              <a:pPr/>
              <a:t>3/29/2026</a:t>
            </a:fld>
            <a:endParaRPr lang="en-US" altLang="da-DK"/>
          </a:p>
        </p:txBody>
      </p:sp>
      <p:sp>
        <p:nvSpPr>
          <p:cNvPr id="6" name="Footer Placeholder 5">
            <a:extLst>
              <a:ext uri="{FF2B5EF4-FFF2-40B4-BE49-F238E27FC236}">
                <a16:creationId xmlns:a16="http://schemas.microsoft.com/office/drawing/2014/main" id="{DAEDD665-8C76-F97C-894C-46FF6DF19746}"/>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20799FFE-A9A5-E644-237B-418F0DCA4668}"/>
              </a:ext>
            </a:extLst>
          </p:cNvPr>
          <p:cNvSpPr>
            <a:spLocks noGrp="1"/>
          </p:cNvSpPr>
          <p:nvPr>
            <p:ph type="sldNum" sz="quarter" idx="12"/>
          </p:nvPr>
        </p:nvSpPr>
        <p:spPr/>
        <p:txBody>
          <a:bodyPr/>
          <a:lstStyle>
            <a:lvl1pPr>
              <a:defRPr sz="900">
                <a:solidFill>
                  <a:schemeClr val="accent1"/>
                </a:solidFill>
              </a:defRPr>
            </a:lvl1pPr>
          </a:lstStyle>
          <a:p>
            <a:fld id="{8B08CC83-6A36-4351-A7DA-F60468EABFB1}" type="slidenum">
              <a:rPr lang="en-US" altLang="da-DK"/>
              <a:pPr/>
              <a:t>‹#›</a:t>
            </a:fld>
            <a:endParaRPr lang="en-US" altLang="da-DK"/>
          </a:p>
        </p:txBody>
      </p:sp>
    </p:spTree>
    <p:extLst>
      <p:ext uri="{BB962C8B-B14F-4D97-AF65-F5344CB8AC3E}">
        <p14:creationId xmlns:p14="http://schemas.microsoft.com/office/powerpoint/2010/main" val="1179873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3A8E63D-D33F-37BD-4352-6DE039A1E839}"/>
              </a:ext>
            </a:extLst>
          </p:cNvPr>
          <p:cNvSpPr>
            <a:spLocks noGrp="1"/>
          </p:cNvSpPr>
          <p:nvPr>
            <p:ph type="dt" sz="half" idx="10"/>
          </p:nvPr>
        </p:nvSpPr>
        <p:spPr/>
        <p:txBody>
          <a:bodyPr/>
          <a:lstStyle>
            <a:lvl1pPr>
              <a:defRPr sz="900">
                <a:solidFill>
                  <a:srgbClr val="898989"/>
                </a:solidFill>
              </a:defRPr>
            </a:lvl1pPr>
          </a:lstStyle>
          <a:p>
            <a:fld id="{99BAAC83-9E69-4EBE-B247-85DBE3D378D6}" type="datetimeFigureOut">
              <a:rPr lang="en-US" altLang="da-DK"/>
              <a:pPr/>
              <a:t>3/29/2026</a:t>
            </a:fld>
            <a:endParaRPr lang="en-US" altLang="da-DK"/>
          </a:p>
        </p:txBody>
      </p:sp>
      <p:sp>
        <p:nvSpPr>
          <p:cNvPr id="8" name="Footer Placeholder 7">
            <a:extLst>
              <a:ext uri="{FF2B5EF4-FFF2-40B4-BE49-F238E27FC236}">
                <a16:creationId xmlns:a16="http://schemas.microsoft.com/office/drawing/2014/main" id="{962639AD-D9E0-CED0-05FD-7E78485C9800}"/>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9" name="Slide Number Placeholder 8">
            <a:extLst>
              <a:ext uri="{FF2B5EF4-FFF2-40B4-BE49-F238E27FC236}">
                <a16:creationId xmlns:a16="http://schemas.microsoft.com/office/drawing/2014/main" id="{33BB7C9A-8D6F-BCDB-724C-65685B7876E1}"/>
              </a:ext>
            </a:extLst>
          </p:cNvPr>
          <p:cNvSpPr>
            <a:spLocks noGrp="1"/>
          </p:cNvSpPr>
          <p:nvPr>
            <p:ph type="sldNum" sz="quarter" idx="12"/>
          </p:nvPr>
        </p:nvSpPr>
        <p:spPr/>
        <p:txBody>
          <a:bodyPr/>
          <a:lstStyle>
            <a:lvl1pPr>
              <a:defRPr sz="900">
                <a:solidFill>
                  <a:schemeClr val="accent1"/>
                </a:solidFill>
              </a:defRPr>
            </a:lvl1pPr>
          </a:lstStyle>
          <a:p>
            <a:fld id="{689059D5-AC5A-4708-9A72-72FE6DC37105}" type="slidenum">
              <a:rPr lang="en-US" altLang="da-DK"/>
              <a:pPr/>
              <a:t>‹#›</a:t>
            </a:fld>
            <a:endParaRPr lang="en-US" altLang="da-DK"/>
          </a:p>
        </p:txBody>
      </p:sp>
    </p:spTree>
    <p:extLst>
      <p:ext uri="{BB962C8B-B14F-4D97-AF65-F5344CB8AC3E}">
        <p14:creationId xmlns:p14="http://schemas.microsoft.com/office/powerpoint/2010/main" val="35871574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9E657D88-E240-CCD2-00EB-09C8F86D71C6}"/>
              </a:ext>
            </a:extLst>
          </p:cNvPr>
          <p:cNvSpPr>
            <a:spLocks noGrp="1"/>
          </p:cNvSpPr>
          <p:nvPr>
            <p:ph type="dt" sz="half" idx="10"/>
          </p:nvPr>
        </p:nvSpPr>
        <p:spPr/>
        <p:txBody>
          <a:bodyPr/>
          <a:lstStyle>
            <a:lvl1pPr>
              <a:defRPr sz="900">
                <a:solidFill>
                  <a:srgbClr val="898989"/>
                </a:solidFill>
              </a:defRPr>
            </a:lvl1pPr>
          </a:lstStyle>
          <a:p>
            <a:fld id="{2317F852-A310-4D95-9EFB-A88BF44A40F3}" type="datetimeFigureOut">
              <a:rPr lang="en-US" altLang="da-DK"/>
              <a:pPr/>
              <a:t>3/29/2026</a:t>
            </a:fld>
            <a:endParaRPr lang="en-US" altLang="da-DK"/>
          </a:p>
        </p:txBody>
      </p:sp>
      <p:sp>
        <p:nvSpPr>
          <p:cNvPr id="4" name="Footer Placeholder 3">
            <a:extLst>
              <a:ext uri="{FF2B5EF4-FFF2-40B4-BE49-F238E27FC236}">
                <a16:creationId xmlns:a16="http://schemas.microsoft.com/office/drawing/2014/main" id="{4FD1B66F-105D-C19E-2338-5502B6ED20F3}"/>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5" name="Slide Number Placeholder 4">
            <a:extLst>
              <a:ext uri="{FF2B5EF4-FFF2-40B4-BE49-F238E27FC236}">
                <a16:creationId xmlns:a16="http://schemas.microsoft.com/office/drawing/2014/main" id="{325BA010-204A-663F-2530-72F917D30FF6}"/>
              </a:ext>
            </a:extLst>
          </p:cNvPr>
          <p:cNvSpPr>
            <a:spLocks noGrp="1"/>
          </p:cNvSpPr>
          <p:nvPr>
            <p:ph type="sldNum" sz="quarter" idx="12"/>
          </p:nvPr>
        </p:nvSpPr>
        <p:spPr/>
        <p:txBody>
          <a:bodyPr/>
          <a:lstStyle>
            <a:lvl1pPr>
              <a:defRPr sz="900">
                <a:solidFill>
                  <a:schemeClr val="accent1"/>
                </a:solidFill>
              </a:defRPr>
            </a:lvl1pPr>
          </a:lstStyle>
          <a:p>
            <a:fld id="{385006D4-660F-4D71-91CC-3C9CDE44BB92}" type="slidenum">
              <a:rPr lang="en-US" altLang="da-DK"/>
              <a:pPr/>
              <a:t>‹#›</a:t>
            </a:fld>
            <a:endParaRPr lang="en-US" altLang="da-DK"/>
          </a:p>
        </p:txBody>
      </p:sp>
    </p:spTree>
    <p:extLst>
      <p:ext uri="{BB962C8B-B14F-4D97-AF65-F5344CB8AC3E}">
        <p14:creationId xmlns:p14="http://schemas.microsoft.com/office/powerpoint/2010/main" val="3304532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5053C-33D2-551B-1642-CBE71B718E9D}"/>
              </a:ext>
            </a:extLst>
          </p:cNvPr>
          <p:cNvSpPr>
            <a:spLocks noGrp="1"/>
          </p:cNvSpPr>
          <p:nvPr>
            <p:ph type="dt" sz="half" idx="10"/>
          </p:nvPr>
        </p:nvSpPr>
        <p:spPr/>
        <p:txBody>
          <a:bodyPr/>
          <a:lstStyle>
            <a:lvl1pPr>
              <a:defRPr sz="900">
                <a:solidFill>
                  <a:srgbClr val="898989"/>
                </a:solidFill>
              </a:defRPr>
            </a:lvl1pPr>
          </a:lstStyle>
          <a:p>
            <a:fld id="{73C05A62-9F67-4F40-A5E7-C5BB4CD5D588}" type="datetimeFigureOut">
              <a:rPr lang="en-US" altLang="da-DK"/>
              <a:pPr/>
              <a:t>3/29/2026</a:t>
            </a:fld>
            <a:endParaRPr lang="en-US" altLang="da-DK"/>
          </a:p>
        </p:txBody>
      </p:sp>
      <p:sp>
        <p:nvSpPr>
          <p:cNvPr id="3" name="Footer Placeholder 2">
            <a:extLst>
              <a:ext uri="{FF2B5EF4-FFF2-40B4-BE49-F238E27FC236}">
                <a16:creationId xmlns:a16="http://schemas.microsoft.com/office/drawing/2014/main" id="{0B1348E9-BF7F-ABC1-7C58-096B7E436F44}"/>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4" name="Slide Number Placeholder 3">
            <a:extLst>
              <a:ext uri="{FF2B5EF4-FFF2-40B4-BE49-F238E27FC236}">
                <a16:creationId xmlns:a16="http://schemas.microsoft.com/office/drawing/2014/main" id="{7A979BFA-1834-3F81-74AB-967C16122363}"/>
              </a:ext>
            </a:extLst>
          </p:cNvPr>
          <p:cNvSpPr>
            <a:spLocks noGrp="1"/>
          </p:cNvSpPr>
          <p:nvPr>
            <p:ph type="sldNum" sz="quarter" idx="12"/>
          </p:nvPr>
        </p:nvSpPr>
        <p:spPr/>
        <p:txBody>
          <a:bodyPr/>
          <a:lstStyle>
            <a:lvl1pPr>
              <a:defRPr sz="900">
                <a:solidFill>
                  <a:schemeClr val="accent1"/>
                </a:solidFill>
              </a:defRPr>
            </a:lvl1pPr>
          </a:lstStyle>
          <a:p>
            <a:fld id="{1AA9F0EF-D91B-4FC6-A88A-0EF3B979C13A}" type="slidenum">
              <a:rPr lang="en-US" altLang="da-DK"/>
              <a:pPr/>
              <a:t>‹#›</a:t>
            </a:fld>
            <a:endParaRPr lang="en-US" altLang="da-DK"/>
          </a:p>
        </p:txBody>
      </p:sp>
    </p:spTree>
    <p:extLst>
      <p:ext uri="{BB962C8B-B14F-4D97-AF65-F5344CB8AC3E}">
        <p14:creationId xmlns:p14="http://schemas.microsoft.com/office/powerpoint/2010/main" val="6557410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41413655-9CAA-9C4B-642A-5C82426A45A0}"/>
              </a:ext>
            </a:extLst>
          </p:cNvPr>
          <p:cNvSpPr>
            <a:spLocks noGrp="1"/>
          </p:cNvSpPr>
          <p:nvPr>
            <p:ph type="dt" sz="half" idx="10"/>
          </p:nvPr>
        </p:nvSpPr>
        <p:spPr/>
        <p:txBody>
          <a:bodyPr/>
          <a:lstStyle>
            <a:lvl1pPr>
              <a:defRPr sz="900">
                <a:solidFill>
                  <a:srgbClr val="898989"/>
                </a:solidFill>
              </a:defRPr>
            </a:lvl1pPr>
          </a:lstStyle>
          <a:p>
            <a:fld id="{A39540D6-2FD0-41A0-9210-FFEBEB5CC5FE}" type="datetimeFigureOut">
              <a:rPr lang="en-US" altLang="da-DK"/>
              <a:pPr/>
              <a:t>3/29/2026</a:t>
            </a:fld>
            <a:endParaRPr lang="en-US" altLang="da-DK"/>
          </a:p>
        </p:txBody>
      </p:sp>
      <p:sp>
        <p:nvSpPr>
          <p:cNvPr id="6" name="Footer Placeholder 5">
            <a:extLst>
              <a:ext uri="{FF2B5EF4-FFF2-40B4-BE49-F238E27FC236}">
                <a16:creationId xmlns:a16="http://schemas.microsoft.com/office/drawing/2014/main" id="{6803B2C6-34C6-5502-E98A-FCF19B12AF4D}"/>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06E5F800-E9EB-1F75-A027-1AED09EA2E29}"/>
              </a:ext>
            </a:extLst>
          </p:cNvPr>
          <p:cNvSpPr>
            <a:spLocks noGrp="1"/>
          </p:cNvSpPr>
          <p:nvPr>
            <p:ph type="sldNum" sz="quarter" idx="12"/>
          </p:nvPr>
        </p:nvSpPr>
        <p:spPr/>
        <p:txBody>
          <a:bodyPr/>
          <a:lstStyle>
            <a:lvl1pPr>
              <a:defRPr sz="900">
                <a:solidFill>
                  <a:schemeClr val="accent1"/>
                </a:solidFill>
              </a:defRPr>
            </a:lvl1pPr>
          </a:lstStyle>
          <a:p>
            <a:fld id="{7086197D-E5B3-45DE-900C-58CFF2192DFD}" type="slidenum">
              <a:rPr lang="en-US" altLang="da-DK"/>
              <a:pPr/>
              <a:t>‹#›</a:t>
            </a:fld>
            <a:endParaRPr lang="en-US" altLang="da-DK"/>
          </a:p>
        </p:txBody>
      </p:sp>
    </p:spTree>
    <p:extLst>
      <p:ext uri="{BB962C8B-B14F-4D97-AF65-F5344CB8AC3E}">
        <p14:creationId xmlns:p14="http://schemas.microsoft.com/office/powerpoint/2010/main" val="3089456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a:extLst>
              <a:ext uri="{FF2B5EF4-FFF2-40B4-BE49-F238E27FC236}">
                <a16:creationId xmlns:a16="http://schemas.microsoft.com/office/drawing/2014/main" id="{001FC14B-4D22-47F8-4709-71E0EE40CFAA}"/>
              </a:ext>
            </a:extLst>
          </p:cNvPr>
          <p:cNvSpPr>
            <a:spLocks noGrp="1"/>
          </p:cNvSpPr>
          <p:nvPr>
            <p:ph type="dt" sz="half" idx="10"/>
          </p:nvPr>
        </p:nvSpPr>
        <p:spPr/>
        <p:txBody>
          <a:bodyPr/>
          <a:lstStyle>
            <a:lvl1pPr>
              <a:defRPr sz="900">
                <a:solidFill>
                  <a:srgbClr val="898989"/>
                </a:solidFill>
              </a:defRPr>
            </a:lvl1pPr>
          </a:lstStyle>
          <a:p>
            <a:fld id="{136D22F9-C1BA-4EDD-A281-48531747F786}" type="datetimeFigureOut">
              <a:rPr lang="en-US" altLang="da-DK"/>
              <a:pPr/>
              <a:t>3/29/2026</a:t>
            </a:fld>
            <a:endParaRPr lang="en-US" altLang="da-DK"/>
          </a:p>
        </p:txBody>
      </p:sp>
      <p:sp>
        <p:nvSpPr>
          <p:cNvPr id="6" name="Footer Placeholder 5">
            <a:extLst>
              <a:ext uri="{FF2B5EF4-FFF2-40B4-BE49-F238E27FC236}">
                <a16:creationId xmlns:a16="http://schemas.microsoft.com/office/drawing/2014/main" id="{6E42F37A-F69C-DEF3-C256-ABBA996CCBC9}"/>
              </a:ext>
            </a:extLst>
          </p:cNvPr>
          <p:cNvSpPr>
            <a:spLocks noGrp="1"/>
          </p:cNvSpPr>
          <p:nvPr>
            <p:ph type="ftr" sz="quarter" idx="11"/>
          </p:nvPr>
        </p:nvSpPr>
        <p:spPr/>
        <p:txBody>
          <a:bodyPr/>
          <a:lstStyle>
            <a:lvl1pPr>
              <a:defRPr sz="900">
                <a:solidFill>
                  <a:schemeClr val="tx1">
                    <a:tint val="75000"/>
                  </a:schemeClr>
                </a:solidFill>
                <a:latin typeface="+mn-lt"/>
              </a:defRPr>
            </a:lvl1pPr>
          </a:lstStyle>
          <a:p>
            <a:pPr>
              <a:defRPr/>
            </a:pPr>
            <a:endParaRPr lang="en-US"/>
          </a:p>
        </p:txBody>
      </p:sp>
      <p:sp>
        <p:nvSpPr>
          <p:cNvPr id="7" name="Slide Number Placeholder 6">
            <a:extLst>
              <a:ext uri="{FF2B5EF4-FFF2-40B4-BE49-F238E27FC236}">
                <a16:creationId xmlns:a16="http://schemas.microsoft.com/office/drawing/2014/main" id="{9D5D7B31-D6A2-EDDE-1D56-B524795E5D15}"/>
              </a:ext>
            </a:extLst>
          </p:cNvPr>
          <p:cNvSpPr>
            <a:spLocks noGrp="1"/>
          </p:cNvSpPr>
          <p:nvPr>
            <p:ph type="sldNum" sz="quarter" idx="12"/>
          </p:nvPr>
        </p:nvSpPr>
        <p:spPr/>
        <p:txBody>
          <a:bodyPr/>
          <a:lstStyle>
            <a:lvl1pPr>
              <a:defRPr sz="900">
                <a:solidFill>
                  <a:schemeClr val="accent1"/>
                </a:solidFill>
              </a:defRPr>
            </a:lvl1pPr>
          </a:lstStyle>
          <a:p>
            <a:fld id="{F8661843-6B19-422A-AE05-7F5E9E848DCB}" type="slidenum">
              <a:rPr lang="en-US" altLang="da-DK"/>
              <a:pPr/>
              <a:t>‹#›</a:t>
            </a:fld>
            <a:endParaRPr lang="en-US" altLang="da-DK"/>
          </a:p>
        </p:txBody>
      </p:sp>
    </p:spTree>
    <p:extLst>
      <p:ext uri="{BB962C8B-B14F-4D97-AF65-F5344CB8AC3E}">
        <p14:creationId xmlns:p14="http://schemas.microsoft.com/office/powerpoint/2010/main" val="1362174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72DFC4F-C3F2-8552-F460-FDF2075E067B}"/>
              </a:ext>
            </a:extLst>
          </p:cNvPr>
          <p:cNvSpPr>
            <a:spLocks noGrp="1"/>
          </p:cNvSpPr>
          <p:nvPr>
            <p:ph type="dt" sz="half" idx="10"/>
          </p:nvPr>
        </p:nvSpPr>
        <p:spPr/>
        <p:txBody>
          <a:bodyPr/>
          <a:lstStyle>
            <a:lvl1pPr>
              <a:defRPr/>
            </a:lvl1pPr>
          </a:lstStyle>
          <a:p>
            <a:fld id="{B7128774-82D5-414E-B6B9-BF87EA0EF395}"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C554E9C2-724F-9706-14ED-6F1E3E8AA3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D61209-F28B-C586-B934-1207D26A6EDA}"/>
              </a:ext>
            </a:extLst>
          </p:cNvPr>
          <p:cNvSpPr>
            <a:spLocks noGrp="1"/>
          </p:cNvSpPr>
          <p:nvPr>
            <p:ph type="sldNum" sz="quarter" idx="12"/>
          </p:nvPr>
        </p:nvSpPr>
        <p:spPr/>
        <p:txBody>
          <a:bodyPr/>
          <a:lstStyle>
            <a:lvl1pPr>
              <a:defRPr/>
            </a:lvl1pPr>
          </a:lstStyle>
          <a:p>
            <a:fld id="{82CC007B-2269-493D-A106-FBA42A9FB821}" type="slidenum">
              <a:rPr lang="en-US" altLang="da-DK"/>
              <a:pPr/>
              <a:t>‹#›</a:t>
            </a:fld>
            <a:endParaRPr lang="en-US" altLang="da-DK"/>
          </a:p>
        </p:txBody>
      </p:sp>
    </p:spTree>
    <p:extLst>
      <p:ext uri="{BB962C8B-B14F-4D97-AF65-F5344CB8AC3E}">
        <p14:creationId xmlns:p14="http://schemas.microsoft.com/office/powerpoint/2010/main" val="396127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17">
            <a:extLst>
              <a:ext uri="{FF2B5EF4-FFF2-40B4-BE49-F238E27FC236}">
                <a16:creationId xmlns:a16="http://schemas.microsoft.com/office/drawing/2014/main" id="{264BA055-81C3-62A5-81BD-B1D852378C37}"/>
              </a:ext>
            </a:extLst>
          </p:cNvPr>
          <p:cNvSpPr txBox="1">
            <a:spLocks noChangeArrowheads="1"/>
          </p:cNvSpPr>
          <p:nvPr/>
        </p:nvSpPr>
        <p:spPr bwMode="auto">
          <a:xfrm>
            <a:off x="643467" y="790575"/>
            <a:ext cx="6096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5" name="TextBox 18">
            <a:extLst>
              <a:ext uri="{FF2B5EF4-FFF2-40B4-BE49-F238E27FC236}">
                <a16:creationId xmlns:a16="http://schemas.microsoft.com/office/drawing/2014/main" id="{170B6BAA-154D-98A6-BF17-8B05FE1BFC6F}"/>
              </a:ext>
            </a:extLst>
          </p:cNvPr>
          <p:cNvSpPr txBox="1">
            <a:spLocks noChangeArrowheads="1"/>
          </p:cNvSpPr>
          <p:nvPr/>
        </p:nvSpPr>
        <p:spPr bwMode="auto">
          <a:xfrm>
            <a:off x="8997951" y="2886075"/>
            <a:ext cx="609600" cy="585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Date Placeholder 3">
            <a:extLst>
              <a:ext uri="{FF2B5EF4-FFF2-40B4-BE49-F238E27FC236}">
                <a16:creationId xmlns:a16="http://schemas.microsoft.com/office/drawing/2014/main" id="{FF015F27-633D-5FD4-4B08-4CEF3F943A95}"/>
              </a:ext>
            </a:extLst>
          </p:cNvPr>
          <p:cNvSpPr>
            <a:spLocks noGrp="1"/>
          </p:cNvSpPr>
          <p:nvPr>
            <p:ph type="dt" sz="half" idx="14"/>
          </p:nvPr>
        </p:nvSpPr>
        <p:spPr/>
        <p:txBody>
          <a:bodyPr/>
          <a:lstStyle>
            <a:lvl1pPr>
              <a:defRPr/>
            </a:lvl1pPr>
          </a:lstStyle>
          <a:p>
            <a:fld id="{1FE647A8-0DBB-438C-9EAB-9931752155C3}" type="datetimeFigureOut">
              <a:rPr lang="en-US" altLang="da-DK"/>
              <a:pPr/>
              <a:t>3/29/2026</a:t>
            </a:fld>
            <a:endParaRPr lang="en-US" altLang="da-DK"/>
          </a:p>
        </p:txBody>
      </p:sp>
      <p:sp>
        <p:nvSpPr>
          <p:cNvPr id="7" name="Footer Placeholder 4">
            <a:extLst>
              <a:ext uri="{FF2B5EF4-FFF2-40B4-BE49-F238E27FC236}">
                <a16:creationId xmlns:a16="http://schemas.microsoft.com/office/drawing/2014/main" id="{A9C03828-1257-B019-6F5D-A198F5271BF5}"/>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AA18DA43-B3BC-EE04-DDB0-F9EB4F3441FF}"/>
              </a:ext>
            </a:extLst>
          </p:cNvPr>
          <p:cNvSpPr>
            <a:spLocks noGrp="1"/>
          </p:cNvSpPr>
          <p:nvPr>
            <p:ph type="sldNum" sz="quarter" idx="16"/>
          </p:nvPr>
        </p:nvSpPr>
        <p:spPr/>
        <p:txBody>
          <a:bodyPr/>
          <a:lstStyle>
            <a:lvl1pPr>
              <a:defRPr/>
            </a:lvl1pPr>
          </a:lstStyle>
          <a:p>
            <a:fld id="{F892BEB0-F165-401B-A72E-394B03783F82}" type="slidenum">
              <a:rPr lang="en-US" altLang="da-DK"/>
              <a:pPr/>
              <a:t>‹#›</a:t>
            </a:fld>
            <a:endParaRPr lang="en-US" altLang="da-DK"/>
          </a:p>
        </p:txBody>
      </p:sp>
    </p:spTree>
    <p:extLst>
      <p:ext uri="{BB962C8B-B14F-4D97-AF65-F5344CB8AC3E}">
        <p14:creationId xmlns:p14="http://schemas.microsoft.com/office/powerpoint/2010/main" val="25742366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E4AB7A-ED23-1490-3987-CF72489C09E7}"/>
              </a:ext>
            </a:extLst>
          </p:cNvPr>
          <p:cNvSpPr>
            <a:spLocks noGrp="1"/>
          </p:cNvSpPr>
          <p:nvPr>
            <p:ph type="dt" sz="half" idx="10"/>
          </p:nvPr>
        </p:nvSpPr>
        <p:spPr/>
        <p:txBody>
          <a:bodyPr/>
          <a:lstStyle>
            <a:lvl1pPr>
              <a:defRPr/>
            </a:lvl1pPr>
          </a:lstStyle>
          <a:p>
            <a:fld id="{433B3314-7921-46F4-9FBE-48B979B8852B}"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DA68B112-0598-A0FF-491C-48182AFE019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29F9A4F-8C18-4074-A259-7C4595E952D2}"/>
              </a:ext>
            </a:extLst>
          </p:cNvPr>
          <p:cNvSpPr>
            <a:spLocks noGrp="1"/>
          </p:cNvSpPr>
          <p:nvPr>
            <p:ph type="sldNum" sz="quarter" idx="12"/>
          </p:nvPr>
        </p:nvSpPr>
        <p:spPr/>
        <p:txBody>
          <a:bodyPr/>
          <a:lstStyle>
            <a:lvl1pPr>
              <a:defRPr/>
            </a:lvl1pPr>
          </a:lstStyle>
          <a:p>
            <a:fld id="{71F83F5C-52CD-4A7A-BAB0-163D80CB5445}" type="slidenum">
              <a:rPr lang="en-US" altLang="da-DK"/>
              <a:pPr/>
              <a:t>‹#›</a:t>
            </a:fld>
            <a:endParaRPr lang="en-US" altLang="da-DK"/>
          </a:p>
        </p:txBody>
      </p:sp>
    </p:spTree>
    <p:extLst>
      <p:ext uri="{BB962C8B-B14F-4D97-AF65-F5344CB8AC3E}">
        <p14:creationId xmlns:p14="http://schemas.microsoft.com/office/powerpoint/2010/main" val="14761823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17">
            <a:extLst>
              <a:ext uri="{FF2B5EF4-FFF2-40B4-BE49-F238E27FC236}">
                <a16:creationId xmlns:a16="http://schemas.microsoft.com/office/drawing/2014/main" id="{7394FCD4-356E-985F-2DC9-D551BB70EB30}"/>
              </a:ext>
            </a:extLst>
          </p:cNvPr>
          <p:cNvSpPr txBox="1">
            <a:spLocks noChangeArrowheads="1"/>
          </p:cNvSpPr>
          <p:nvPr/>
        </p:nvSpPr>
        <p:spPr bwMode="auto">
          <a:xfrm>
            <a:off x="643467" y="790575"/>
            <a:ext cx="6096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5" name="TextBox 18">
            <a:extLst>
              <a:ext uri="{FF2B5EF4-FFF2-40B4-BE49-F238E27FC236}">
                <a16:creationId xmlns:a16="http://schemas.microsoft.com/office/drawing/2014/main" id="{7A6AB07D-DF53-AB3D-A505-38A297F50897}"/>
              </a:ext>
            </a:extLst>
          </p:cNvPr>
          <p:cNvSpPr txBox="1">
            <a:spLocks noChangeArrowheads="1"/>
          </p:cNvSpPr>
          <p:nvPr/>
        </p:nvSpPr>
        <p:spPr bwMode="auto">
          <a:xfrm>
            <a:off x="8997951" y="2886075"/>
            <a:ext cx="609600" cy="585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400">
                <a:solidFill>
                  <a:schemeClr val="tx1"/>
                </a:solidFill>
                <a:latin typeface="Trebuchet MS" panose="020B0603020202020204" pitchFamily="34" charset="0"/>
                <a:ea typeface="MS PGothic" panose="020B0600070205080204" pitchFamily="34" charset="-128"/>
              </a:defRPr>
            </a:lvl1pPr>
            <a:lvl2pPr marL="742950" indent="-285750" eaLnBrk="0" hangingPunct="0">
              <a:defRPr sz="2400">
                <a:solidFill>
                  <a:schemeClr val="tx1"/>
                </a:solidFill>
                <a:latin typeface="Trebuchet MS" panose="020B0603020202020204" pitchFamily="34" charset="0"/>
                <a:ea typeface="MS PGothic" panose="020B0600070205080204" pitchFamily="34" charset="-128"/>
              </a:defRPr>
            </a:lvl2pPr>
            <a:lvl3pPr marL="1143000" indent="-228600" eaLnBrk="0" hangingPunct="0">
              <a:defRPr sz="2400">
                <a:solidFill>
                  <a:schemeClr val="tx1"/>
                </a:solidFill>
                <a:latin typeface="Trebuchet MS" panose="020B0603020202020204" pitchFamily="34" charset="0"/>
                <a:ea typeface="MS PGothic" panose="020B0600070205080204" pitchFamily="34" charset="-128"/>
              </a:defRPr>
            </a:lvl3pPr>
            <a:lvl4pPr marL="1600200" indent="-228600" eaLnBrk="0" hangingPunct="0">
              <a:defRPr sz="2400">
                <a:solidFill>
                  <a:schemeClr val="tx1"/>
                </a:solidFill>
                <a:latin typeface="Trebuchet MS" panose="020B0603020202020204" pitchFamily="34" charset="0"/>
                <a:ea typeface="MS PGothic" panose="020B0600070205080204" pitchFamily="34" charset="-128"/>
              </a:defRPr>
            </a:lvl4pPr>
            <a:lvl5pPr marL="2057400" indent="-228600" eaLnBrk="0" hangingPunct="0">
              <a:defRPr sz="2400">
                <a:solidFill>
                  <a:schemeClr val="tx1"/>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rebuchet MS" panose="020B0603020202020204" pitchFamily="34" charset="0"/>
                <a:ea typeface="MS PGothic" panose="020B0600070205080204" pitchFamily="34" charset="-128"/>
              </a:defRPr>
            </a:lvl9pPr>
          </a:lstStyle>
          <a:p>
            <a:pPr eaLnBrk="1" hangingPunct="1"/>
            <a:r>
              <a:rPr lang="en-US" altLang="en-US" sz="8000">
                <a:solidFill>
                  <a:srgbClr val="C0E474"/>
                </a:solidFill>
                <a:latin typeface="Arial" panose="020B0604020202020204" pitchFamily="34" charset="0"/>
              </a:rPr>
              <a:t>”</a:t>
            </a:r>
            <a:endParaRPr lang="en-US" altLang="da-DK" sz="8000">
              <a:solidFill>
                <a:srgbClr val="C0E474"/>
              </a:solidFill>
              <a:latin typeface="Arial" panose="020B0604020202020204" pitchFamily="34" charset="0"/>
            </a:endParaRPr>
          </a:p>
        </p:txBody>
      </p:sp>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Date Placeholder 3">
            <a:extLst>
              <a:ext uri="{FF2B5EF4-FFF2-40B4-BE49-F238E27FC236}">
                <a16:creationId xmlns:a16="http://schemas.microsoft.com/office/drawing/2014/main" id="{8E6F0EA7-1665-CC31-0E80-087FBE73506B}"/>
              </a:ext>
            </a:extLst>
          </p:cNvPr>
          <p:cNvSpPr>
            <a:spLocks noGrp="1"/>
          </p:cNvSpPr>
          <p:nvPr>
            <p:ph type="dt" sz="half" idx="14"/>
          </p:nvPr>
        </p:nvSpPr>
        <p:spPr/>
        <p:txBody>
          <a:bodyPr/>
          <a:lstStyle>
            <a:lvl1pPr>
              <a:defRPr/>
            </a:lvl1pPr>
          </a:lstStyle>
          <a:p>
            <a:fld id="{BC1760F6-57C2-43F3-A040-FA0CC05BA163}" type="datetimeFigureOut">
              <a:rPr lang="en-US" altLang="da-DK"/>
              <a:pPr/>
              <a:t>3/29/2026</a:t>
            </a:fld>
            <a:endParaRPr lang="en-US" altLang="da-DK"/>
          </a:p>
        </p:txBody>
      </p:sp>
      <p:sp>
        <p:nvSpPr>
          <p:cNvPr id="7" name="Footer Placeholder 4">
            <a:extLst>
              <a:ext uri="{FF2B5EF4-FFF2-40B4-BE49-F238E27FC236}">
                <a16:creationId xmlns:a16="http://schemas.microsoft.com/office/drawing/2014/main" id="{F638307A-E854-C046-BEA0-32EE5A8D0FE6}"/>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CFFEB179-E06C-B2CF-B766-6C2C7DB9C080}"/>
              </a:ext>
            </a:extLst>
          </p:cNvPr>
          <p:cNvSpPr>
            <a:spLocks noGrp="1"/>
          </p:cNvSpPr>
          <p:nvPr>
            <p:ph type="sldNum" sz="quarter" idx="16"/>
          </p:nvPr>
        </p:nvSpPr>
        <p:spPr/>
        <p:txBody>
          <a:bodyPr/>
          <a:lstStyle>
            <a:lvl1pPr>
              <a:defRPr/>
            </a:lvl1pPr>
          </a:lstStyle>
          <a:p>
            <a:fld id="{407DA16C-A8A0-4653-8388-C54EABEF9067}" type="slidenum">
              <a:rPr lang="en-US" altLang="da-DK"/>
              <a:pPr/>
              <a:t>‹#›</a:t>
            </a:fld>
            <a:endParaRPr lang="en-US" altLang="da-DK"/>
          </a:p>
        </p:txBody>
      </p:sp>
    </p:spTree>
    <p:extLst>
      <p:ext uri="{BB962C8B-B14F-4D97-AF65-F5344CB8AC3E}">
        <p14:creationId xmlns:p14="http://schemas.microsoft.com/office/powerpoint/2010/main" val="866887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812798" y="4527448"/>
            <a:ext cx="8463620"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592640-031D-3785-4BC5-87A10317BF78}"/>
              </a:ext>
            </a:extLst>
          </p:cNvPr>
          <p:cNvSpPr>
            <a:spLocks noGrp="1"/>
          </p:cNvSpPr>
          <p:nvPr>
            <p:ph type="dt" sz="half" idx="14"/>
          </p:nvPr>
        </p:nvSpPr>
        <p:spPr/>
        <p:txBody>
          <a:bodyPr/>
          <a:lstStyle>
            <a:lvl1pPr>
              <a:defRPr/>
            </a:lvl1pPr>
          </a:lstStyle>
          <a:p>
            <a:fld id="{EDBC32A2-33DA-4ED3-9A8C-0CAE96530EDF}"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6B9F37D8-F023-633C-A076-0A36960B2AD4}"/>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09D388-CD8A-CA28-9D17-5925E74A55E2}"/>
              </a:ext>
            </a:extLst>
          </p:cNvPr>
          <p:cNvSpPr>
            <a:spLocks noGrp="1"/>
          </p:cNvSpPr>
          <p:nvPr>
            <p:ph type="sldNum" sz="quarter" idx="16"/>
          </p:nvPr>
        </p:nvSpPr>
        <p:spPr/>
        <p:txBody>
          <a:bodyPr/>
          <a:lstStyle>
            <a:lvl1pPr>
              <a:defRPr/>
            </a:lvl1pPr>
          </a:lstStyle>
          <a:p>
            <a:fld id="{C9AD6A74-3B9D-43DF-8D8D-3B0B6994147D}" type="slidenum">
              <a:rPr lang="en-US" altLang="da-DK"/>
              <a:pPr/>
              <a:t>‹#›</a:t>
            </a:fld>
            <a:endParaRPr lang="en-US" altLang="da-DK"/>
          </a:p>
        </p:txBody>
      </p:sp>
    </p:spTree>
    <p:extLst>
      <p:ext uri="{BB962C8B-B14F-4D97-AF65-F5344CB8AC3E}">
        <p14:creationId xmlns:p14="http://schemas.microsoft.com/office/powerpoint/2010/main" val="314138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00A6F34-096C-FCA2-B2B5-4B241A702885}"/>
              </a:ext>
            </a:extLst>
          </p:cNvPr>
          <p:cNvSpPr>
            <a:spLocks noGrp="1"/>
          </p:cNvSpPr>
          <p:nvPr>
            <p:ph type="dt" sz="half" idx="10"/>
          </p:nvPr>
        </p:nvSpPr>
        <p:spPr/>
        <p:txBody>
          <a:bodyPr/>
          <a:lstStyle>
            <a:lvl1pPr>
              <a:defRPr/>
            </a:lvl1pPr>
          </a:lstStyle>
          <a:p>
            <a:fld id="{AE038E3D-C4E3-42DB-B629-1740A9EEDE9F}"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02C2871C-CE52-FB1C-68EF-882AEED75F1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DF4EA40-AC66-051F-31C4-484E1F6D1F6E}"/>
              </a:ext>
            </a:extLst>
          </p:cNvPr>
          <p:cNvSpPr>
            <a:spLocks noGrp="1"/>
          </p:cNvSpPr>
          <p:nvPr>
            <p:ph type="sldNum" sz="quarter" idx="12"/>
          </p:nvPr>
        </p:nvSpPr>
        <p:spPr/>
        <p:txBody>
          <a:bodyPr/>
          <a:lstStyle>
            <a:lvl1pPr>
              <a:defRPr/>
            </a:lvl1pPr>
          </a:lstStyle>
          <a:p>
            <a:fld id="{04894191-2EAD-48C8-839D-564D65D9777F}" type="slidenum">
              <a:rPr lang="en-US" altLang="da-DK"/>
              <a:pPr/>
              <a:t>‹#›</a:t>
            </a:fld>
            <a:endParaRPr lang="en-US" altLang="da-DK"/>
          </a:p>
        </p:txBody>
      </p:sp>
    </p:spTree>
    <p:extLst>
      <p:ext uri="{BB962C8B-B14F-4D97-AF65-F5344CB8AC3E}">
        <p14:creationId xmlns:p14="http://schemas.microsoft.com/office/powerpoint/2010/main" val="3721992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2F0CC8A-588F-85AD-1D4E-CF385240633F}"/>
              </a:ext>
            </a:extLst>
          </p:cNvPr>
          <p:cNvSpPr>
            <a:spLocks noGrp="1"/>
          </p:cNvSpPr>
          <p:nvPr>
            <p:ph type="dt" sz="half" idx="10"/>
          </p:nvPr>
        </p:nvSpPr>
        <p:spPr/>
        <p:txBody>
          <a:bodyPr/>
          <a:lstStyle>
            <a:lvl1pPr>
              <a:defRPr/>
            </a:lvl1pPr>
          </a:lstStyle>
          <a:p>
            <a:fld id="{F5F7A2FA-A675-4007-9F2B-63C8D2B8ECAD}"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B3B121E9-3A16-1A7E-399B-D71EC65D594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084B7FD-BDB7-B46D-BDA9-C52746CC46FB}"/>
              </a:ext>
            </a:extLst>
          </p:cNvPr>
          <p:cNvSpPr>
            <a:spLocks noGrp="1"/>
          </p:cNvSpPr>
          <p:nvPr>
            <p:ph type="sldNum" sz="quarter" idx="12"/>
          </p:nvPr>
        </p:nvSpPr>
        <p:spPr/>
        <p:txBody>
          <a:bodyPr/>
          <a:lstStyle>
            <a:lvl1pPr>
              <a:defRPr/>
            </a:lvl1pPr>
          </a:lstStyle>
          <a:p>
            <a:fld id="{F7A3FEFB-52ED-491B-8D71-F73A456E5813}" type="slidenum">
              <a:rPr lang="en-US" altLang="da-DK"/>
              <a:pPr/>
              <a:t>‹#›</a:t>
            </a:fld>
            <a:endParaRPr lang="en-US" altLang="da-DK"/>
          </a:p>
        </p:txBody>
      </p:sp>
    </p:spTree>
    <p:extLst>
      <p:ext uri="{BB962C8B-B14F-4D97-AF65-F5344CB8AC3E}">
        <p14:creationId xmlns:p14="http://schemas.microsoft.com/office/powerpoint/2010/main" val="1739729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6" r:id="rId10"/>
    <p:sldLayoutId id="2147483661" r:id="rId11"/>
    <p:sldLayoutId id="2147483666" r:id="rId12"/>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D5BAAFF2-8634-C1D3-7965-04DACF7FC21C}"/>
              </a:ext>
            </a:extLst>
          </p:cNvPr>
          <p:cNvGrpSpPr>
            <a:grpSpLocks/>
          </p:cNvGrpSpPr>
          <p:nvPr/>
        </p:nvGrpSpPr>
        <p:grpSpPr bwMode="auto">
          <a:xfrm>
            <a:off x="-10583" y="-7938"/>
            <a:ext cx="12225868" cy="6873876"/>
            <a:chOff x="-8467" y="-8468"/>
            <a:chExt cx="9169805" cy="6874935"/>
          </a:xfrm>
        </p:grpSpPr>
        <p:sp>
          <p:nvSpPr>
            <p:cNvPr id="7" name="Freeform 6">
              <a:extLst>
                <a:ext uri="{FF2B5EF4-FFF2-40B4-BE49-F238E27FC236}">
                  <a16:creationId xmlns:a16="http://schemas.microsoft.com/office/drawing/2014/main" id="{9A23EE93-672E-2513-D9C0-D0A2117A6E68}"/>
                </a:ext>
              </a:extLst>
            </p:cNvPr>
            <p:cNvSpPr/>
            <p:nvPr/>
          </p:nvSpPr>
          <p:spPr>
            <a:xfrm>
              <a:off x="-8467" y="4013290"/>
              <a:ext cx="457221" cy="285317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440D688F-8DCF-F8DF-C50B-AA1D39DD3273}"/>
                </a:ext>
              </a:extLst>
            </p:cNvPr>
            <p:cNvCxnSpPr/>
            <p:nvPr/>
          </p:nvCxnSpPr>
          <p:spPr>
            <a:xfrm flipV="1">
              <a:off x="5130497" y="4175239"/>
              <a:ext cx="4022902" cy="2683288"/>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E703E50-CEE9-92C0-7D72-10328A5395C9}"/>
                </a:ext>
              </a:extLst>
            </p:cNvPr>
            <p:cNvCxnSpPr/>
            <p:nvPr/>
          </p:nvCxnSpPr>
          <p:spPr>
            <a:xfrm>
              <a:off x="7041932" y="-529"/>
              <a:ext cx="1219254" cy="6859057"/>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0E5EE032-4FD7-51A1-EBBC-C8262A0CEF74}"/>
                </a:ext>
              </a:extLst>
            </p:cNvPr>
            <p:cNvSpPr/>
            <p:nvPr/>
          </p:nvSpPr>
          <p:spPr>
            <a:xfrm>
              <a:off x="6891113" y="-529"/>
              <a:ext cx="2270225" cy="686699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089E185F-41CA-16F3-041D-C6B7E8504848}"/>
                </a:ext>
              </a:extLst>
            </p:cNvPr>
            <p:cNvSpPr/>
            <p:nvPr/>
          </p:nvSpPr>
          <p:spPr>
            <a:xfrm>
              <a:off x="7205452" y="-8468"/>
              <a:ext cx="1947948" cy="6866996"/>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96B2B020-E94C-E2C9-2E7B-CCE26ABFA62D}"/>
                </a:ext>
              </a:extLst>
            </p:cNvPr>
            <p:cNvSpPr/>
            <p:nvPr/>
          </p:nvSpPr>
          <p:spPr>
            <a:xfrm>
              <a:off x="6638689" y="3919613"/>
              <a:ext cx="2513124" cy="2938915"/>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8472F09D-F60E-2530-EE52-31F6FD4B830F}"/>
                </a:ext>
              </a:extLst>
            </p:cNvPr>
            <p:cNvSpPr/>
            <p:nvPr/>
          </p:nvSpPr>
          <p:spPr>
            <a:xfrm>
              <a:off x="7010180" y="-8468"/>
              <a:ext cx="2143219" cy="6866996"/>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47395B3E-892D-E446-D500-41A0D377B0FF}"/>
                </a:ext>
              </a:extLst>
            </p:cNvPr>
            <p:cNvSpPr/>
            <p:nvPr/>
          </p:nvSpPr>
          <p:spPr>
            <a:xfrm>
              <a:off x="8296112" y="-8468"/>
              <a:ext cx="857288" cy="6866996"/>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8E1D6836-9B6D-4D44-1EA0-FAA64C6668CC}"/>
                </a:ext>
              </a:extLst>
            </p:cNvPr>
            <p:cNvSpPr/>
            <p:nvPr/>
          </p:nvSpPr>
          <p:spPr>
            <a:xfrm>
              <a:off x="8077027" y="-8468"/>
              <a:ext cx="1066847" cy="6866996"/>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69F42934-BDA2-9FC6-26EE-5972E28BDA45}"/>
                </a:ext>
              </a:extLst>
            </p:cNvPr>
            <p:cNvSpPr/>
            <p:nvPr/>
          </p:nvSpPr>
          <p:spPr>
            <a:xfrm>
              <a:off x="8059564" y="4894488"/>
              <a:ext cx="1095423" cy="1964040"/>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159E703F-FCD0-AF79-ADBC-1D831D469393}"/>
              </a:ext>
            </a:extLst>
          </p:cNvPr>
          <p:cNvSpPr>
            <a:spLocks noGrp="1"/>
          </p:cNvSpPr>
          <p:nvPr>
            <p:ph type="title"/>
          </p:nvPr>
        </p:nvSpPr>
        <p:spPr bwMode="auto">
          <a:xfrm>
            <a:off x="812801" y="609600"/>
            <a:ext cx="8464551" cy="132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da-DK"/>
              <a:t>Click to edit Master title style</a:t>
            </a:r>
          </a:p>
        </p:txBody>
      </p:sp>
      <p:sp>
        <p:nvSpPr>
          <p:cNvPr id="1028" name="Text Placeholder 2">
            <a:extLst>
              <a:ext uri="{FF2B5EF4-FFF2-40B4-BE49-F238E27FC236}">
                <a16:creationId xmlns:a16="http://schemas.microsoft.com/office/drawing/2014/main" id="{EA74E442-8D8D-7608-4920-BD61FEA42092}"/>
              </a:ext>
            </a:extLst>
          </p:cNvPr>
          <p:cNvSpPr>
            <a:spLocks noGrp="1"/>
          </p:cNvSpPr>
          <p:nvPr>
            <p:ph type="body" idx="1"/>
          </p:nvPr>
        </p:nvSpPr>
        <p:spPr bwMode="auto">
          <a:xfrm>
            <a:off x="812801" y="2160589"/>
            <a:ext cx="8464551" cy="3881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da-DK"/>
              <a:t>Edit Master text styles</a:t>
            </a:r>
          </a:p>
          <a:p>
            <a:pPr lvl="1"/>
            <a:r>
              <a:rPr lang="en-US" altLang="da-DK"/>
              <a:t>Second level</a:t>
            </a:r>
          </a:p>
          <a:p>
            <a:pPr lvl="2"/>
            <a:r>
              <a:rPr lang="en-US" altLang="da-DK"/>
              <a:t>Third level</a:t>
            </a:r>
          </a:p>
          <a:p>
            <a:pPr lvl="3"/>
            <a:r>
              <a:rPr lang="en-US" altLang="da-DK"/>
              <a:t>Fourth level</a:t>
            </a:r>
          </a:p>
          <a:p>
            <a:pPr lvl="4"/>
            <a:r>
              <a:rPr lang="en-US" altLang="da-DK"/>
              <a:t>Fifth level</a:t>
            </a:r>
          </a:p>
        </p:txBody>
      </p:sp>
      <p:sp>
        <p:nvSpPr>
          <p:cNvPr id="4" name="Date Placeholder 3">
            <a:extLst>
              <a:ext uri="{FF2B5EF4-FFF2-40B4-BE49-F238E27FC236}">
                <a16:creationId xmlns:a16="http://schemas.microsoft.com/office/drawing/2014/main" id="{A8D08228-1B29-AFC9-C9EA-25F837884E4C}"/>
              </a:ext>
            </a:extLst>
          </p:cNvPr>
          <p:cNvSpPr>
            <a:spLocks noGrp="1"/>
          </p:cNvSpPr>
          <p:nvPr>
            <p:ph type="dt" sz="half" idx="2"/>
          </p:nvPr>
        </p:nvSpPr>
        <p:spPr>
          <a:xfrm>
            <a:off x="7207251" y="6042026"/>
            <a:ext cx="912283"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chemeClr val="tx2"/>
                </a:solidFill>
              </a:defRPr>
            </a:lvl1pPr>
          </a:lstStyle>
          <a:p>
            <a:fld id="{9284D0D3-4448-477A-B679-8289FEF3FC59}" type="datetimeFigureOut">
              <a:rPr lang="en-US" altLang="da-DK"/>
              <a:pPr/>
              <a:t>3/29/2026</a:t>
            </a:fld>
            <a:endParaRPr lang="en-US" altLang="da-DK"/>
          </a:p>
        </p:txBody>
      </p:sp>
      <p:sp>
        <p:nvSpPr>
          <p:cNvPr id="5" name="Footer Placeholder 4">
            <a:extLst>
              <a:ext uri="{FF2B5EF4-FFF2-40B4-BE49-F238E27FC236}">
                <a16:creationId xmlns:a16="http://schemas.microsoft.com/office/drawing/2014/main" id="{E9140368-098C-861D-0B4B-D3BEBDF9AF0A}"/>
              </a:ext>
            </a:extLst>
          </p:cNvPr>
          <p:cNvSpPr>
            <a:spLocks noGrp="1"/>
          </p:cNvSpPr>
          <p:nvPr>
            <p:ph type="ftr" sz="quarter" idx="3"/>
          </p:nvPr>
        </p:nvSpPr>
        <p:spPr>
          <a:xfrm>
            <a:off x="812800" y="6042026"/>
            <a:ext cx="6163733" cy="365125"/>
          </a:xfrm>
          <a:prstGeom prst="rect">
            <a:avLst/>
          </a:prstGeom>
        </p:spPr>
        <p:txBody>
          <a:bodyPr vert="horz" lIns="91440" tIns="45720" rIns="91440" bIns="45720" rtlCol="0" anchor="ctr"/>
          <a:lstStyle>
            <a:lvl1pPr algn="l" fontAlgn="auto">
              <a:spcBef>
                <a:spcPts val="0"/>
              </a:spcBef>
              <a:spcAft>
                <a:spcPts val="0"/>
              </a:spcAft>
              <a:defRPr sz="1000">
                <a:solidFill>
                  <a:schemeClr val="tx2"/>
                </a:solidFill>
                <a:latin typeface="+mj-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E01A15D3-5F5C-26F9-FAB1-BC96E25F6B02}"/>
              </a:ext>
            </a:extLst>
          </p:cNvPr>
          <p:cNvSpPr>
            <a:spLocks noGrp="1"/>
          </p:cNvSpPr>
          <p:nvPr>
            <p:ph type="sldNum" sz="quarter" idx="4"/>
          </p:nvPr>
        </p:nvSpPr>
        <p:spPr>
          <a:xfrm>
            <a:off x="8593667" y="6042026"/>
            <a:ext cx="683684"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chemeClr val="tx2"/>
                </a:solidFill>
              </a:defRPr>
            </a:lvl1pPr>
          </a:lstStyle>
          <a:p>
            <a:fld id="{0E973B8D-C955-4DA9-92F2-13FCAE373A6A}" type="slidenum">
              <a:rPr lang="en-US" altLang="da-DK"/>
              <a:pPr/>
              <a:t>‹#›</a:t>
            </a:fld>
            <a:endParaRPr lang="en-US" altLang="da-DK"/>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78" r:id="rId10"/>
    <p:sldLayoutId id="2147483892" r:id="rId11"/>
    <p:sldLayoutId id="2147483879" r:id="rId12"/>
    <p:sldLayoutId id="2147483893" r:id="rId13"/>
    <p:sldLayoutId id="2147483880" r:id="rId14"/>
    <p:sldLayoutId id="2147483881" r:id="rId15"/>
    <p:sldLayoutId id="2147483882" r:id="rId16"/>
  </p:sldLayoutIdLst>
  <p:txStyles>
    <p:titleStyle>
      <a:lvl1pPr algn="l" defTabSz="457200" rtl="0" eaLnBrk="0" fontAlgn="base" hangingPunct="0">
        <a:spcBef>
          <a:spcPct val="0"/>
        </a:spcBef>
        <a:spcAft>
          <a:spcPct val="0"/>
        </a:spcAft>
        <a:defRPr sz="3600" kern="1200">
          <a:solidFill>
            <a:schemeClr val="accent1"/>
          </a:solidFill>
          <a:latin typeface="+mj-lt"/>
          <a:ea typeface="MS PGothic" panose="020B0600070205080204" pitchFamily="34" charset="-128"/>
          <a:cs typeface="ＭＳ Ｐゴシック" charset="0"/>
        </a:defRPr>
      </a:lvl1pPr>
      <a:lvl2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2pPr>
      <a:lvl3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3pPr>
      <a:lvl4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4pPr>
      <a:lvl5pPr algn="l" defTabSz="457200" rtl="0" eaLnBrk="0" fontAlgn="base" hangingPunct="0">
        <a:spcBef>
          <a:spcPct val="0"/>
        </a:spcBef>
        <a:spcAft>
          <a:spcPct val="0"/>
        </a:spcAft>
        <a:defRPr sz="3600">
          <a:solidFill>
            <a:schemeClr val="accent1"/>
          </a:solidFill>
          <a:latin typeface="Trebuchet MS" charset="0"/>
          <a:ea typeface="MS PGothic" panose="020B0600070205080204" pitchFamily="34" charset="-128"/>
          <a:cs typeface="ＭＳ Ｐゴシック"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SzPct val="80000"/>
        <a:buFont typeface="Wingdings 3" panose="05040102010807070707" pitchFamily="18" charset="2"/>
        <a:buChar char=""/>
        <a:defRPr kern="1200">
          <a:solidFill>
            <a:srgbClr val="404040"/>
          </a:solidFill>
          <a:latin typeface="+mn-lt"/>
          <a:ea typeface="MS PGothic" panose="020B0600070205080204" pitchFamily="34" charset="-128"/>
          <a:cs typeface="ＭＳ Ｐゴシック" charset="0"/>
        </a:defRPr>
      </a:lvl1pPr>
      <a:lvl2pPr marL="742950" indent="-28575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600" kern="1200">
          <a:solidFill>
            <a:srgbClr val="404040"/>
          </a:solidFill>
          <a:latin typeface="+mn-lt"/>
          <a:ea typeface="MS PGothic" panose="020B0600070205080204" pitchFamily="34" charset="-128"/>
          <a:cs typeface="+mn-cs"/>
        </a:defRPr>
      </a:lvl2pPr>
      <a:lvl3pPr marL="11430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400" kern="1200">
          <a:solidFill>
            <a:srgbClr val="404040"/>
          </a:solidFill>
          <a:latin typeface="+mn-lt"/>
          <a:ea typeface="MS PGothic" panose="020B0600070205080204" pitchFamily="34" charset="-128"/>
          <a:cs typeface="+mn-cs"/>
        </a:defRPr>
      </a:lvl3pPr>
      <a:lvl4pPr marL="16002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200" kern="1200">
          <a:solidFill>
            <a:srgbClr val="404040"/>
          </a:solidFill>
          <a:latin typeface="+mn-lt"/>
          <a:ea typeface="MS PGothic" panose="020B0600070205080204" pitchFamily="34" charset="-128"/>
          <a:cs typeface="+mn-cs"/>
        </a:defRPr>
      </a:lvl4pPr>
      <a:lvl5pPr marL="2057400" indent="-228600" algn="l" defTabSz="457200" rtl="0" eaLnBrk="0" fontAlgn="base" hangingPunct="0">
        <a:spcBef>
          <a:spcPts val="1000"/>
        </a:spcBef>
        <a:spcAft>
          <a:spcPct val="0"/>
        </a:spcAft>
        <a:buClr>
          <a:schemeClr val="accent1"/>
        </a:buClr>
        <a:buSzPct val="80000"/>
        <a:buFont typeface="Wingdings 3" panose="05040102010807070707" pitchFamily="18" charset="2"/>
        <a:buChar char=""/>
        <a:defRPr sz="1200" kern="1200">
          <a:solidFill>
            <a:srgbClr val="404040"/>
          </a:solidFill>
          <a:latin typeface="+mn-lt"/>
          <a:ea typeface="MS PGothic" panose="020B0600070205080204" pitchFamily="34" charset="-128"/>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800100" y="674557"/>
            <a:ext cx="10922000" cy="5967543"/>
          </a:xfrm>
        </p:spPr>
        <p:txBody>
          <a:bodyPr/>
          <a:lstStyle/>
          <a:p>
            <a:pPr algn="ctr"/>
            <a:br>
              <a:rPr lang="en-US" sz="3600" dirty="0">
                <a:latin typeface="Times New Roman"/>
                <a:ea typeface="+mj-lt"/>
                <a:cs typeface="+mj-lt"/>
              </a:rPr>
            </a:br>
            <a:br>
              <a:rPr lang="en-US" sz="3600" dirty="0">
                <a:latin typeface="Times New Roman"/>
                <a:ea typeface="+mj-lt"/>
                <a:cs typeface="+mj-lt"/>
              </a:rPr>
            </a:br>
            <a:br>
              <a:rPr lang="en-US" sz="3600" dirty="0">
                <a:latin typeface="Times New Roman"/>
                <a:ea typeface="+mj-lt"/>
                <a:cs typeface="+mj-lt"/>
              </a:rPr>
            </a:br>
            <a:br>
              <a:rPr lang="en-US" sz="3600" dirty="0">
                <a:latin typeface="Times New Roman"/>
                <a:ea typeface="+mj-lt"/>
                <a:cs typeface="+mj-lt"/>
              </a:rPr>
            </a:br>
            <a:r>
              <a:rPr lang="en-US" sz="4400" dirty="0">
                <a:latin typeface="Times New Roman"/>
                <a:ea typeface="+mj-lt"/>
                <a:cs typeface="+mj-lt"/>
              </a:rPr>
              <a:t>Seminar Class</a:t>
            </a:r>
            <a:br>
              <a:rPr lang="en-US" sz="4400" dirty="0">
                <a:latin typeface="Times New Roman"/>
                <a:ea typeface="+mj-lt"/>
                <a:cs typeface="+mj-lt"/>
              </a:rPr>
            </a:br>
            <a:r>
              <a:rPr lang="en-US" sz="4400" dirty="0">
                <a:latin typeface="Times New Roman"/>
                <a:ea typeface="+mj-lt"/>
                <a:cs typeface="+mj-lt"/>
              </a:rPr>
              <a:t>on</a:t>
            </a:r>
            <a:br>
              <a:rPr lang="en-US" sz="4400" dirty="0">
                <a:latin typeface="Times New Roman"/>
                <a:ea typeface="+mj-lt"/>
                <a:cs typeface="+mj-lt"/>
              </a:rPr>
            </a:br>
            <a:r>
              <a:rPr lang="en-US" sz="4400">
                <a:solidFill>
                  <a:srgbClr val="00B050"/>
                </a:solidFill>
                <a:latin typeface="Times New Roman"/>
                <a:ea typeface="+mj-lt"/>
                <a:cs typeface="+mj-lt"/>
              </a:rPr>
              <a:t>Writing Research </a:t>
            </a:r>
            <a:r>
              <a:rPr lang="en-US" sz="4400" dirty="0">
                <a:solidFill>
                  <a:srgbClr val="00B050"/>
                </a:solidFill>
                <a:latin typeface="Times New Roman"/>
                <a:ea typeface="+mj-lt"/>
                <a:cs typeface="+mj-lt"/>
              </a:rPr>
              <a:t>Paper</a:t>
            </a:r>
            <a:br>
              <a:rPr lang="en-US" sz="3200" b="0" dirty="0">
                <a:latin typeface="Times New Roman"/>
                <a:ea typeface="+mj-lt"/>
                <a:cs typeface="+mj-lt"/>
              </a:rPr>
            </a:br>
            <a:br>
              <a:rPr lang="en-US" sz="3600" b="0" dirty="0">
                <a:latin typeface="Times New Roman"/>
                <a:ea typeface="+mj-lt"/>
                <a:cs typeface="+mj-lt"/>
              </a:rPr>
            </a:br>
            <a:br>
              <a:rPr lang="en-US" sz="2800" b="0" dirty="0">
                <a:latin typeface="Times New Roman"/>
                <a:ea typeface="+mj-lt"/>
                <a:cs typeface="+mj-lt"/>
              </a:rPr>
            </a:br>
            <a:r>
              <a:rPr lang="en-US" sz="3200" dirty="0">
                <a:latin typeface="Times New Roman"/>
                <a:ea typeface="+mj-lt"/>
                <a:cs typeface="+mj-lt"/>
              </a:rPr>
              <a:t>Prof. Jib Lal Sapkota PhD </a:t>
            </a:r>
            <a:br>
              <a:rPr lang="en-US" sz="3200" dirty="0">
                <a:latin typeface="Times New Roman"/>
                <a:ea typeface="+mj-lt"/>
                <a:cs typeface="+mj-lt"/>
              </a:rPr>
            </a:br>
            <a:r>
              <a:rPr lang="en-US" sz="3200" dirty="0">
                <a:latin typeface="Times New Roman"/>
                <a:ea typeface="+mj-lt"/>
                <a:cs typeface="+mj-lt"/>
              </a:rPr>
              <a:t>Central Department of English, </a:t>
            </a:r>
            <a:br>
              <a:rPr lang="en-US" sz="3200" dirty="0">
                <a:latin typeface="Times New Roman"/>
                <a:ea typeface="+mj-lt"/>
                <a:cs typeface="+mj-lt"/>
              </a:rPr>
            </a:br>
            <a:r>
              <a:rPr lang="en-US" sz="3200" dirty="0">
                <a:latin typeface="Times New Roman"/>
                <a:ea typeface="+mj-lt"/>
                <a:cs typeface="+mj-lt"/>
              </a:rPr>
              <a:t>Tribhuvan University,  Kirtipur</a:t>
            </a:r>
            <a:br>
              <a:rPr lang="en-US" sz="3200" dirty="0">
                <a:latin typeface="Times New Roman"/>
                <a:ea typeface="+mj-lt"/>
                <a:cs typeface="+mj-lt"/>
              </a:rPr>
            </a:br>
            <a:br>
              <a:rPr lang="en-US" sz="3200" dirty="0">
                <a:latin typeface="Times New Roman"/>
                <a:ea typeface="+mj-lt"/>
                <a:cs typeface="+mj-lt"/>
              </a:rPr>
            </a:br>
            <a:br>
              <a:rPr lang="en-US" sz="1800" dirty="0">
                <a:latin typeface="Times New Roman"/>
                <a:cs typeface="Times New Roman"/>
              </a:rPr>
            </a:br>
            <a:br>
              <a:rPr lang="en-US" sz="2400" b="0" dirty="0">
                <a:latin typeface="Times New Roman"/>
                <a:ea typeface="+mj-lt"/>
                <a:cs typeface="+mj-lt"/>
              </a:rPr>
            </a:br>
            <a:br>
              <a:rPr lang="en-US" sz="2400" b="0" dirty="0">
                <a:latin typeface="Times New Roman"/>
                <a:ea typeface="+mj-lt"/>
                <a:cs typeface="+mj-lt"/>
              </a:rPr>
            </a:br>
            <a:br>
              <a:rPr lang="en-US" sz="2400" b="0" dirty="0">
                <a:latin typeface="Times New Roman"/>
                <a:ea typeface="+mj-lt"/>
                <a:cs typeface="+mj-lt"/>
              </a:rPr>
            </a:br>
            <a:br>
              <a:rPr lang="en-US" sz="1800" b="0" dirty="0">
                <a:latin typeface="Times New Roman"/>
                <a:ea typeface="+mj-lt"/>
                <a:cs typeface="+mj-lt"/>
              </a:rPr>
            </a:br>
            <a:br>
              <a:rPr lang="en-US" sz="3200" b="0" dirty="0">
                <a:latin typeface="Times New Roman"/>
                <a:ea typeface="+mj-lt"/>
                <a:cs typeface="+mj-lt"/>
              </a:rPr>
            </a:br>
            <a:endParaRPr lang="en-US" sz="3200" b="0" dirty="0">
              <a:latin typeface="Times New Roman"/>
              <a:cs typeface="Times New Roman"/>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4AE8F-09E5-0788-BCBA-B8981A845AC6}"/>
              </a:ext>
            </a:extLst>
          </p:cNvPr>
          <p:cNvSpPr>
            <a:spLocks noGrp="1"/>
          </p:cNvSpPr>
          <p:nvPr>
            <p:ph type="title"/>
          </p:nvPr>
        </p:nvSpPr>
        <p:spPr>
          <a:xfrm>
            <a:off x="1158864" y="102021"/>
            <a:ext cx="9779183" cy="1361019"/>
          </a:xfrm>
        </p:spPr>
        <p:txBody>
          <a:bodyPr/>
          <a:lstStyle/>
          <a:p>
            <a:pPr algn="ctr"/>
            <a:r>
              <a:rPr lang="en-US" dirty="0">
                <a:solidFill>
                  <a:srgbClr val="00B050"/>
                </a:solidFill>
              </a:rPr>
              <a:t>Research</a:t>
            </a:r>
          </a:p>
        </p:txBody>
      </p:sp>
      <p:sp>
        <p:nvSpPr>
          <p:cNvPr id="3" name="Content Placeholder 2">
            <a:extLst>
              <a:ext uri="{FF2B5EF4-FFF2-40B4-BE49-F238E27FC236}">
                <a16:creationId xmlns:a16="http://schemas.microsoft.com/office/drawing/2014/main" id="{8830048F-3F8B-3AD6-CE64-981039C9B4FF}"/>
              </a:ext>
            </a:extLst>
          </p:cNvPr>
          <p:cNvSpPr>
            <a:spLocks noGrp="1"/>
          </p:cNvSpPr>
          <p:nvPr>
            <p:ph idx="1"/>
          </p:nvPr>
        </p:nvSpPr>
        <p:spPr>
          <a:xfrm>
            <a:off x="407963" y="1674054"/>
            <a:ext cx="11043139" cy="5183945"/>
          </a:xfrm>
        </p:spPr>
        <p:txBody>
          <a:bodyPr>
            <a:normAutofit/>
          </a:bodyPr>
          <a:lstStyle/>
          <a:p>
            <a:pPr marL="457200" indent="-457200">
              <a:buFont typeface="Wingdings" panose="05000000000000000000" pitchFamily="2" charset="2"/>
              <a:buChar char="v"/>
            </a:pPr>
            <a:r>
              <a:rPr lang="en-US" sz="3200" b="1" dirty="0"/>
              <a:t>Research refers to the systematic investigation into and study of materials and sources in order to establish facts and reach new conclusion</a:t>
            </a:r>
          </a:p>
          <a:p>
            <a:pPr marL="457200" indent="-457200">
              <a:buFont typeface="Wingdings" panose="05000000000000000000" pitchFamily="2" charset="2"/>
              <a:buChar char="v"/>
            </a:pPr>
            <a:r>
              <a:rPr lang="en-US" sz="3200" b="1" dirty="0"/>
              <a:t>Research is the art of seeing what everyone else sees, and doing what no one else has done</a:t>
            </a:r>
          </a:p>
          <a:p>
            <a:pPr marL="457200" indent="-457200">
              <a:buFont typeface="Wingdings" panose="05000000000000000000" pitchFamily="2" charset="2"/>
              <a:buChar char="v"/>
            </a:pPr>
            <a:r>
              <a:rPr lang="en-US" sz="3200" b="1" dirty="0"/>
              <a:t>Ted Morgan: ”When I slept armies of footnotes marched across my dreams.”</a:t>
            </a:r>
          </a:p>
          <a:p>
            <a:pPr marL="457200" indent="-457200">
              <a:buFont typeface="Wingdings" panose="05000000000000000000" pitchFamily="2" charset="2"/>
              <a:buChar char="v"/>
            </a:pPr>
            <a:endParaRPr lang="en-US" b="1" dirty="0"/>
          </a:p>
        </p:txBody>
      </p:sp>
    </p:spTree>
    <p:extLst>
      <p:ext uri="{BB962C8B-B14F-4D97-AF65-F5344CB8AC3E}">
        <p14:creationId xmlns:p14="http://schemas.microsoft.com/office/powerpoint/2010/main" val="2991875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4AAC-826F-F3AD-288B-20D2C3D2BC56}"/>
              </a:ext>
            </a:extLst>
          </p:cNvPr>
          <p:cNvSpPr>
            <a:spLocks noGrp="1"/>
          </p:cNvSpPr>
          <p:nvPr>
            <p:ph type="title"/>
          </p:nvPr>
        </p:nvSpPr>
        <p:spPr>
          <a:xfrm>
            <a:off x="801858" y="102022"/>
            <a:ext cx="10136189" cy="1051530"/>
          </a:xfrm>
        </p:spPr>
        <p:txBody>
          <a:bodyPr/>
          <a:lstStyle/>
          <a:p>
            <a:pPr algn="ctr"/>
            <a:r>
              <a:rPr lang="en-US" dirty="0">
                <a:solidFill>
                  <a:srgbClr val="00B050"/>
                </a:solidFill>
              </a:rPr>
              <a:t>Research Paper</a:t>
            </a:r>
          </a:p>
        </p:txBody>
      </p:sp>
      <p:sp>
        <p:nvSpPr>
          <p:cNvPr id="3" name="Content Placeholder 2">
            <a:extLst>
              <a:ext uri="{FF2B5EF4-FFF2-40B4-BE49-F238E27FC236}">
                <a16:creationId xmlns:a16="http://schemas.microsoft.com/office/drawing/2014/main" id="{39DF25D5-09E8-3F97-D441-617FF37A689E}"/>
              </a:ext>
            </a:extLst>
          </p:cNvPr>
          <p:cNvSpPr>
            <a:spLocks noGrp="1"/>
          </p:cNvSpPr>
          <p:nvPr>
            <p:ph idx="1"/>
          </p:nvPr>
        </p:nvSpPr>
        <p:spPr>
          <a:xfrm>
            <a:off x="450166" y="1280160"/>
            <a:ext cx="11254154" cy="5475817"/>
          </a:xfrm>
        </p:spPr>
        <p:txBody>
          <a:bodyPr>
            <a:normAutofit fontScale="92500" lnSpcReduction="20000"/>
          </a:bodyPr>
          <a:lstStyle/>
          <a:p>
            <a:pPr marL="457200" indent="-457200">
              <a:buFont typeface="Wingdings" panose="05000000000000000000" pitchFamily="2" charset="2"/>
              <a:buChar char="v"/>
            </a:pPr>
            <a:r>
              <a:rPr lang="en-US" b="1" dirty="0"/>
              <a:t>A research paper is a piece of academic writing based on its author’s original research on a particular topic, and the analysis and interpretation of the research findings. It can be a term paper, master's thesis or a doctoral dissertation.</a:t>
            </a:r>
          </a:p>
          <a:p>
            <a:pPr marL="457200" indent="-457200">
              <a:buFont typeface="Wingdings" panose="05000000000000000000" pitchFamily="2" charset="2"/>
              <a:buChar char="v"/>
            </a:pPr>
            <a:r>
              <a:rPr lang="en-US" b="1" dirty="0"/>
              <a:t>Title</a:t>
            </a:r>
          </a:p>
          <a:p>
            <a:pPr marL="457200" indent="-457200">
              <a:buFont typeface="Wingdings" panose="05000000000000000000" pitchFamily="2" charset="2"/>
              <a:buChar char="v"/>
            </a:pPr>
            <a:r>
              <a:rPr lang="en-US" b="1" dirty="0"/>
              <a:t>Abstract</a:t>
            </a:r>
          </a:p>
          <a:p>
            <a:pPr marL="457200" indent="-457200">
              <a:buFont typeface="Wingdings" panose="05000000000000000000" pitchFamily="2" charset="2"/>
              <a:buChar char="v"/>
            </a:pPr>
            <a:r>
              <a:rPr lang="en-US" b="1" dirty="0"/>
              <a:t>Key Words</a:t>
            </a:r>
          </a:p>
          <a:p>
            <a:pPr marL="457200" indent="-457200">
              <a:buFont typeface="Wingdings" panose="05000000000000000000" pitchFamily="2" charset="2"/>
              <a:buChar char="v"/>
            </a:pPr>
            <a:r>
              <a:rPr lang="en-US" b="1" dirty="0"/>
              <a:t>Introduction</a:t>
            </a:r>
          </a:p>
          <a:p>
            <a:pPr marL="457200" indent="-457200">
              <a:buFont typeface="Wingdings" panose="05000000000000000000" pitchFamily="2" charset="2"/>
              <a:buChar char="v"/>
            </a:pPr>
            <a:r>
              <a:rPr lang="en-US" b="1" dirty="0"/>
              <a:t>Literature Review</a:t>
            </a:r>
          </a:p>
          <a:p>
            <a:pPr marL="457200" indent="-457200">
              <a:buFont typeface="Wingdings" panose="05000000000000000000" pitchFamily="2" charset="2"/>
              <a:buChar char="v"/>
            </a:pPr>
            <a:r>
              <a:rPr lang="en-US" b="1" dirty="0"/>
              <a:t>Methodology/ Methods and Materials</a:t>
            </a:r>
          </a:p>
          <a:p>
            <a:pPr marL="457200" indent="-457200">
              <a:buFont typeface="Wingdings" panose="05000000000000000000" pitchFamily="2" charset="2"/>
              <a:buChar char="v"/>
            </a:pPr>
            <a:r>
              <a:rPr lang="en-US" b="1" dirty="0"/>
              <a:t>Result and Discussion/Textual Analysis (Body of the Paper)</a:t>
            </a:r>
          </a:p>
          <a:p>
            <a:pPr marL="457200" indent="-457200">
              <a:buFont typeface="Wingdings" panose="05000000000000000000" pitchFamily="2" charset="2"/>
              <a:buChar char="v"/>
            </a:pPr>
            <a:r>
              <a:rPr lang="en-US" b="1" dirty="0"/>
              <a:t>Conclusion</a:t>
            </a:r>
          </a:p>
          <a:p>
            <a:pPr marL="457200" indent="-457200">
              <a:buFont typeface="Wingdings" panose="05000000000000000000" pitchFamily="2" charset="2"/>
              <a:buChar char="v"/>
            </a:pPr>
            <a:r>
              <a:rPr lang="en-US" b="1" dirty="0"/>
              <a:t>Appendix</a:t>
            </a:r>
          </a:p>
          <a:p>
            <a:pPr marL="457200" indent="-457200">
              <a:buFont typeface="Wingdings" panose="05000000000000000000" pitchFamily="2" charset="2"/>
              <a:buChar char="v"/>
            </a:pPr>
            <a:r>
              <a:rPr lang="en-US" b="1" dirty="0"/>
              <a:t>References</a:t>
            </a:r>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387424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5DE6F-507A-AA0F-DFBA-E5BA0AC87B16}"/>
              </a:ext>
            </a:extLst>
          </p:cNvPr>
          <p:cNvSpPr>
            <a:spLocks noGrp="1"/>
          </p:cNvSpPr>
          <p:nvPr>
            <p:ph type="title"/>
          </p:nvPr>
        </p:nvSpPr>
        <p:spPr>
          <a:xfrm>
            <a:off x="1158864" y="102021"/>
            <a:ext cx="9779183" cy="1107801"/>
          </a:xfrm>
        </p:spPr>
        <p:txBody>
          <a:bodyPr/>
          <a:lstStyle/>
          <a:p>
            <a:pPr algn="ctr"/>
            <a:r>
              <a:rPr lang="en-US" dirty="0">
                <a:solidFill>
                  <a:srgbClr val="00B050"/>
                </a:solidFill>
              </a:rPr>
              <a:t>Title</a:t>
            </a:r>
          </a:p>
        </p:txBody>
      </p:sp>
      <p:sp>
        <p:nvSpPr>
          <p:cNvPr id="3" name="Content Placeholder 2">
            <a:extLst>
              <a:ext uri="{FF2B5EF4-FFF2-40B4-BE49-F238E27FC236}">
                <a16:creationId xmlns:a16="http://schemas.microsoft.com/office/drawing/2014/main" id="{1312FD9C-4F8D-51DD-DF27-4261950F3EF0}"/>
              </a:ext>
            </a:extLst>
          </p:cNvPr>
          <p:cNvSpPr>
            <a:spLocks noGrp="1"/>
          </p:cNvSpPr>
          <p:nvPr>
            <p:ph idx="1"/>
          </p:nvPr>
        </p:nvSpPr>
        <p:spPr>
          <a:xfrm>
            <a:off x="436098" y="1406769"/>
            <a:ext cx="10930597" cy="5349210"/>
          </a:xfrm>
        </p:spPr>
        <p:txBody>
          <a:bodyPr/>
          <a:lstStyle/>
          <a:p>
            <a:pPr marL="457200" indent="-457200">
              <a:buFont typeface="Wingdings" panose="05000000000000000000" pitchFamily="2" charset="2"/>
              <a:buChar char="v"/>
            </a:pPr>
            <a:r>
              <a:rPr lang="en-US" sz="3200" b="1" dirty="0"/>
              <a:t>Intelligent, and telling (avoids wording that is vague, garrulous, and pretentious) </a:t>
            </a:r>
          </a:p>
          <a:p>
            <a:pPr marL="457200" indent="-457200">
              <a:buFont typeface="Wingdings" panose="05000000000000000000" pitchFamily="2" charset="2"/>
              <a:buChar char="v"/>
            </a:pPr>
            <a:r>
              <a:rPr lang="en-US" sz="3200" b="1" dirty="0"/>
              <a:t>Use key words that relate to subject area, disciplinary practice, and foreshadow the major argument</a:t>
            </a:r>
          </a:p>
          <a:p>
            <a:pPr marL="457200" indent="-457200">
              <a:buFont typeface="Wingdings" panose="05000000000000000000" pitchFamily="2" charset="2"/>
              <a:buChar char="v"/>
            </a:pPr>
            <a:r>
              <a:rPr lang="en-US" sz="3200" b="1" dirty="0"/>
              <a:t>Title must have Issue raised+ primary text/study area</a:t>
            </a:r>
          </a:p>
          <a:p>
            <a:pPr marL="457200" indent="-457200">
              <a:buFont typeface="Wingdings" panose="05000000000000000000" pitchFamily="2" charset="2"/>
              <a:buChar char="v"/>
            </a:pPr>
            <a:r>
              <a:rPr lang="en-US" sz="3200" b="1" dirty="0"/>
              <a:t>Capitalize the first letter of the title</a:t>
            </a:r>
          </a:p>
          <a:p>
            <a:endParaRPr lang="en-US" sz="3200" b="1" dirty="0"/>
          </a:p>
          <a:p>
            <a:pPr marL="457200" indent="-457200">
              <a:buFont typeface="Wingdings" panose="05000000000000000000" pitchFamily="2" charset="2"/>
              <a:buChar char="v"/>
            </a:pPr>
            <a:endParaRPr lang="en-US" dirty="0"/>
          </a:p>
        </p:txBody>
      </p:sp>
    </p:spTree>
    <p:extLst>
      <p:ext uri="{BB962C8B-B14F-4D97-AF65-F5344CB8AC3E}">
        <p14:creationId xmlns:p14="http://schemas.microsoft.com/office/powerpoint/2010/main" val="107904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0A6FC-3C9E-CC88-F213-0DA5EE2BCD0F}"/>
              </a:ext>
            </a:extLst>
          </p:cNvPr>
          <p:cNvSpPr>
            <a:spLocks noGrp="1"/>
          </p:cNvSpPr>
          <p:nvPr>
            <p:ph idx="1"/>
          </p:nvPr>
        </p:nvSpPr>
        <p:spPr>
          <a:xfrm>
            <a:off x="506436" y="520505"/>
            <a:ext cx="11099409" cy="6235474"/>
          </a:xfrm>
        </p:spPr>
        <p:txBody>
          <a:bodyPr>
            <a:normAutofit/>
          </a:bodyPr>
          <a:lstStyle/>
          <a:p>
            <a:r>
              <a:rPr lang="en-US" dirty="0"/>
              <a:t>Examples</a:t>
            </a:r>
          </a:p>
          <a:p>
            <a:pPr marL="457200" indent="-457200">
              <a:buFont typeface="Wingdings" panose="05000000000000000000" pitchFamily="2" charset="2"/>
              <a:buChar char="v"/>
            </a:pPr>
            <a:r>
              <a:rPr lang="en-US" b="1" dirty="0"/>
              <a:t>The Iconography of Divinity: Kali as a Power-Cluster of Ten Different Goddesses</a:t>
            </a:r>
          </a:p>
          <a:p>
            <a:pPr marL="457200" indent="-457200">
              <a:buFont typeface="Wingdings" panose="05000000000000000000" pitchFamily="2" charset="2"/>
              <a:buChar char="v"/>
            </a:pPr>
            <a:r>
              <a:rPr lang="en-US" b="1" dirty="0"/>
              <a:t>Human Settlements during </a:t>
            </a:r>
            <a:r>
              <a:rPr lang="en-US" b="1" dirty="0" err="1"/>
              <a:t>Lichchhabi</a:t>
            </a:r>
            <a:r>
              <a:rPr lang="en-US" b="1" dirty="0"/>
              <a:t> Era in </a:t>
            </a:r>
            <a:r>
              <a:rPr lang="en-US" b="1" dirty="0" err="1"/>
              <a:t>Kirtipur</a:t>
            </a:r>
            <a:endParaRPr lang="en-US" b="1" dirty="0"/>
          </a:p>
          <a:p>
            <a:pPr marL="457200" indent="-457200">
              <a:buFont typeface="Wingdings" panose="05000000000000000000" pitchFamily="2" charset="2"/>
              <a:buChar char="v"/>
            </a:pPr>
            <a:r>
              <a:rPr lang="en-US" b="1" dirty="0"/>
              <a:t>Tourism </a:t>
            </a:r>
            <a:r>
              <a:rPr lang="en-US" b="1" dirty="0" err="1"/>
              <a:t>Behaviours</a:t>
            </a:r>
            <a:r>
              <a:rPr lang="en-US" b="1" dirty="0"/>
              <a:t> and Tourism Autonomy in the Global Market: Cases of Nepal's Pashupatinath Temple and Korean DMZ</a:t>
            </a:r>
          </a:p>
          <a:p>
            <a:pPr marL="457200" indent="-457200">
              <a:buFont typeface="Wingdings" panose="05000000000000000000" pitchFamily="2" charset="2"/>
              <a:buChar char="v"/>
            </a:pPr>
            <a:r>
              <a:rPr lang="en-US" b="1" dirty="0"/>
              <a:t>Sacrifice of </a:t>
            </a:r>
            <a:r>
              <a:rPr lang="en-US" b="1" dirty="0" err="1"/>
              <a:t>Khame</a:t>
            </a:r>
            <a:r>
              <a:rPr lang="en-US" b="1" dirty="0"/>
              <a:t> for the management and preservation of culture</a:t>
            </a:r>
          </a:p>
          <a:p>
            <a:pPr marL="457200" indent="-457200">
              <a:buFont typeface="Wingdings" panose="05000000000000000000" pitchFamily="2" charset="2"/>
              <a:buChar char="v"/>
            </a:pPr>
            <a:r>
              <a:rPr lang="en-US" b="1" dirty="0"/>
              <a:t>Symbolic and Cultural Value in the Celebration of </a:t>
            </a:r>
            <a:r>
              <a:rPr lang="en-US" b="1" i="1" dirty="0" err="1"/>
              <a:t>Tudaldevi</a:t>
            </a:r>
            <a:r>
              <a:rPr lang="en-US" b="1" i="1" dirty="0"/>
              <a:t> Gahana </a:t>
            </a:r>
            <a:r>
              <a:rPr lang="en-US" b="1" i="1" dirty="0" err="1"/>
              <a:t>Khojne</a:t>
            </a:r>
            <a:r>
              <a:rPr lang="en-US" b="1" i="1" dirty="0"/>
              <a:t> </a:t>
            </a:r>
            <a:r>
              <a:rPr lang="en-US" b="1" i="1" dirty="0" err="1"/>
              <a:t>Jatra</a:t>
            </a:r>
            <a:endParaRPr lang="en-US" b="1" i="1" dirty="0"/>
          </a:p>
          <a:p>
            <a:pPr marL="457200" indent="-457200">
              <a:buFont typeface="Wingdings" panose="05000000000000000000" pitchFamily="2" charset="2"/>
              <a:buChar char="v"/>
            </a:pPr>
            <a:r>
              <a:rPr lang="en-US" b="1" dirty="0"/>
              <a:t>Sustainable Urban Development of Medieval Bhaktapur</a:t>
            </a:r>
          </a:p>
          <a:p>
            <a:pPr marL="457200" indent="-457200">
              <a:buFont typeface="Wingdings" panose="05000000000000000000" pitchFamily="2" charset="2"/>
              <a:buChar char="v"/>
            </a:pPr>
            <a:r>
              <a:rPr lang="en-US" b="1" dirty="0"/>
              <a:t>Cultural Values of Traditional Metal Utensils among Newar Communities of Bhaktapur</a:t>
            </a:r>
          </a:p>
        </p:txBody>
      </p:sp>
    </p:spTree>
    <p:extLst>
      <p:ext uri="{BB962C8B-B14F-4D97-AF65-F5344CB8AC3E}">
        <p14:creationId xmlns:p14="http://schemas.microsoft.com/office/powerpoint/2010/main" val="755266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C7F3-D2C6-A2F5-0591-51A2E9B60880}"/>
              </a:ext>
            </a:extLst>
          </p:cNvPr>
          <p:cNvSpPr>
            <a:spLocks noGrp="1"/>
          </p:cNvSpPr>
          <p:nvPr>
            <p:ph type="title"/>
          </p:nvPr>
        </p:nvSpPr>
        <p:spPr>
          <a:xfrm>
            <a:off x="984738" y="102022"/>
            <a:ext cx="10339753" cy="1037462"/>
          </a:xfrm>
        </p:spPr>
        <p:txBody>
          <a:bodyPr/>
          <a:lstStyle/>
          <a:p>
            <a:pPr algn="ctr"/>
            <a:r>
              <a:rPr lang="en-US" dirty="0">
                <a:solidFill>
                  <a:srgbClr val="00B050"/>
                </a:solidFill>
              </a:rPr>
              <a:t>Abstract</a:t>
            </a:r>
          </a:p>
        </p:txBody>
      </p:sp>
      <p:sp>
        <p:nvSpPr>
          <p:cNvPr id="3" name="Content Placeholder 2">
            <a:extLst>
              <a:ext uri="{FF2B5EF4-FFF2-40B4-BE49-F238E27FC236}">
                <a16:creationId xmlns:a16="http://schemas.microsoft.com/office/drawing/2014/main" id="{A9259B87-1918-6E48-3EC0-BD1FCC13D43D}"/>
              </a:ext>
            </a:extLst>
          </p:cNvPr>
          <p:cNvSpPr>
            <a:spLocks noGrp="1"/>
          </p:cNvSpPr>
          <p:nvPr>
            <p:ph idx="1"/>
          </p:nvPr>
        </p:nvSpPr>
        <p:spPr>
          <a:xfrm>
            <a:off x="337624" y="1448972"/>
            <a:ext cx="10986867" cy="5307007"/>
          </a:xfrm>
        </p:spPr>
        <p:txBody>
          <a:bodyPr>
            <a:normAutofit fontScale="92500" lnSpcReduction="10000"/>
          </a:bodyPr>
          <a:lstStyle/>
          <a:p>
            <a:pPr marL="457200" indent="-457200">
              <a:buFont typeface="Wingdings" panose="05000000000000000000" pitchFamily="2" charset="2"/>
              <a:buChar char="v"/>
            </a:pPr>
            <a:r>
              <a:rPr lang="en-US" sz="3600" b="1" dirty="0"/>
              <a:t>An abstract is a brief summary of a research article, thesis, review, conference proceeding, or any in-depth analysis of a particular subject or discipline</a:t>
            </a:r>
          </a:p>
          <a:p>
            <a:pPr marL="457200" indent="-457200">
              <a:buFont typeface="Wingdings" panose="05000000000000000000" pitchFamily="2" charset="2"/>
              <a:buChar char="v"/>
            </a:pPr>
            <a:r>
              <a:rPr lang="en-US" sz="3600" b="1" dirty="0"/>
              <a:t>It is often used to help reader quickly ascertain the paper’s purpose</a:t>
            </a:r>
          </a:p>
          <a:p>
            <a:pPr marL="457200" indent="-457200">
              <a:buFont typeface="Wingdings" panose="05000000000000000000" pitchFamily="2" charset="2"/>
              <a:buChar char="v"/>
            </a:pPr>
            <a:r>
              <a:rPr lang="en-US" sz="3600" b="1" dirty="0"/>
              <a:t>Issue raised/explored and primary text, major argument</a:t>
            </a:r>
          </a:p>
          <a:p>
            <a:pPr marL="457200" indent="-457200">
              <a:buFont typeface="Wingdings" panose="05000000000000000000" pitchFamily="2" charset="2"/>
              <a:buChar char="v"/>
            </a:pPr>
            <a:r>
              <a:rPr lang="en-US" sz="3600" b="1" dirty="0"/>
              <a:t>Objectives of the study</a:t>
            </a:r>
          </a:p>
          <a:p>
            <a:pPr marL="457200" indent="-457200">
              <a:buFont typeface="Wingdings" panose="05000000000000000000" pitchFamily="2" charset="2"/>
              <a:buChar char="v"/>
            </a:pPr>
            <a:r>
              <a:rPr lang="en-US" sz="3600" b="1" dirty="0"/>
              <a:t>Gist of the study</a:t>
            </a:r>
          </a:p>
          <a:p>
            <a:pPr marL="457200" indent="-457200">
              <a:buFont typeface="Wingdings" panose="05000000000000000000" pitchFamily="2" charset="2"/>
              <a:buChar char="v"/>
            </a:pPr>
            <a:r>
              <a:rPr lang="en-US" sz="3600" b="1" dirty="0"/>
              <a:t>Significance of the study within the context of existing scholarship</a:t>
            </a:r>
          </a:p>
          <a:p>
            <a:pPr marL="457200" indent="-457200">
              <a:buFont typeface="Wingdings" panose="05000000000000000000" pitchFamily="2" charset="2"/>
              <a:buChar char="v"/>
            </a:pPr>
            <a:r>
              <a:rPr lang="en-US" sz="3600" b="1" dirty="0"/>
              <a:t>Abstract should be followed by Key Terms: 4-8 words</a:t>
            </a:r>
          </a:p>
          <a:p>
            <a:pPr marL="457200" indent="-457200">
              <a:buFont typeface="Wingdings" panose="05000000000000000000" pitchFamily="2" charset="2"/>
              <a:buChar char="v"/>
            </a:pPr>
            <a:endParaRPr lang="en-US" sz="3600" b="1" dirty="0"/>
          </a:p>
        </p:txBody>
      </p:sp>
    </p:spTree>
    <p:extLst>
      <p:ext uri="{BB962C8B-B14F-4D97-AF65-F5344CB8AC3E}">
        <p14:creationId xmlns:p14="http://schemas.microsoft.com/office/powerpoint/2010/main" val="3141867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80AB5-661C-BED4-A571-87BF6FA258D6}"/>
              </a:ext>
            </a:extLst>
          </p:cNvPr>
          <p:cNvSpPr>
            <a:spLocks noGrp="1"/>
          </p:cNvSpPr>
          <p:nvPr>
            <p:ph idx="1"/>
          </p:nvPr>
        </p:nvSpPr>
        <p:spPr>
          <a:xfrm>
            <a:off x="337624" y="604911"/>
            <a:ext cx="11015003" cy="6151068"/>
          </a:xfrm>
        </p:spPr>
        <p:txBody>
          <a:bodyPr/>
          <a:lstStyle/>
          <a:p>
            <a:r>
              <a:rPr lang="en-US" b="1" dirty="0">
                <a:solidFill>
                  <a:srgbClr val="FF0000"/>
                </a:solidFill>
              </a:rPr>
              <a:t>Example</a:t>
            </a:r>
          </a:p>
          <a:p>
            <a:r>
              <a:rPr lang="en-US" b="1" dirty="0">
                <a:solidFill>
                  <a:srgbClr val="002060"/>
                </a:solidFill>
              </a:rPr>
              <a:t>This article is an exploration of Kali, a Hindu deity, through </a:t>
            </a:r>
            <a:r>
              <a:rPr lang="en-US" b="1" dirty="0" err="1">
                <a:solidFill>
                  <a:srgbClr val="002060"/>
                </a:solidFill>
              </a:rPr>
              <a:t>Panofskian</a:t>
            </a:r>
            <a:r>
              <a:rPr lang="en-US" b="1" dirty="0">
                <a:solidFill>
                  <a:srgbClr val="002060"/>
                </a:solidFill>
              </a:rPr>
              <a:t> three-tiered meanings of visual arts: pre-iconography description, iconographical analysis and iconological interpretation. </a:t>
            </a:r>
            <a:r>
              <a:rPr lang="en-US" b="1" dirty="0">
                <a:solidFill>
                  <a:srgbClr val="00B050"/>
                </a:solidFill>
              </a:rPr>
              <a:t>It presents neither a dogmatic nor an erotic interpretation of Kali but a purely objective analysis of the Hindu deity. </a:t>
            </a:r>
            <a:r>
              <a:rPr lang="en-US" b="1" dirty="0">
                <a:solidFill>
                  <a:srgbClr val="C00000"/>
                </a:solidFill>
              </a:rPr>
              <a:t>It is argued that Kali has layers of implications, associations and meanings as well as multiple forms, namely Kali, </a:t>
            </a:r>
            <a:r>
              <a:rPr lang="en-US" b="1" dirty="0" err="1">
                <a:solidFill>
                  <a:srgbClr val="C00000"/>
                </a:solidFill>
              </a:rPr>
              <a:t>Chhinnamasta</a:t>
            </a:r>
            <a:r>
              <a:rPr lang="en-US" b="1" dirty="0">
                <a:solidFill>
                  <a:srgbClr val="C00000"/>
                </a:solidFill>
              </a:rPr>
              <a:t> Kali, Tara, </a:t>
            </a:r>
            <a:r>
              <a:rPr lang="en-US" b="1" dirty="0" err="1">
                <a:solidFill>
                  <a:srgbClr val="C00000"/>
                </a:solidFill>
              </a:rPr>
              <a:t>Bhuvanshwori</a:t>
            </a:r>
            <a:r>
              <a:rPr lang="en-US" b="1" dirty="0">
                <a:solidFill>
                  <a:srgbClr val="C00000"/>
                </a:solidFill>
              </a:rPr>
              <a:t>, </a:t>
            </a:r>
            <a:r>
              <a:rPr lang="en-US" b="1" dirty="0" err="1">
                <a:solidFill>
                  <a:srgbClr val="C00000"/>
                </a:solidFill>
              </a:rPr>
              <a:t>Bagalamukhi</a:t>
            </a:r>
            <a:r>
              <a:rPr lang="en-US" b="1" dirty="0">
                <a:solidFill>
                  <a:srgbClr val="C00000"/>
                </a:solidFill>
              </a:rPr>
              <a:t>, </a:t>
            </a:r>
            <a:r>
              <a:rPr lang="en-US" b="1" dirty="0" err="1">
                <a:solidFill>
                  <a:srgbClr val="C00000"/>
                </a:solidFill>
              </a:rPr>
              <a:t>Dhumvawati</a:t>
            </a:r>
            <a:r>
              <a:rPr lang="en-US" b="1" dirty="0">
                <a:solidFill>
                  <a:srgbClr val="C00000"/>
                </a:solidFill>
              </a:rPr>
              <a:t>, Kamala, Bhairavi, </a:t>
            </a:r>
            <a:r>
              <a:rPr lang="en-US" b="1" dirty="0" err="1">
                <a:solidFill>
                  <a:srgbClr val="C00000"/>
                </a:solidFill>
              </a:rPr>
              <a:t>Sodashi</a:t>
            </a:r>
            <a:r>
              <a:rPr lang="en-US" b="1" dirty="0">
                <a:solidFill>
                  <a:srgbClr val="C00000"/>
                </a:solidFill>
              </a:rPr>
              <a:t>, and Matangi. Each form is also associated with different mythologies, allegories, and allusions of their origin.</a:t>
            </a:r>
            <a:r>
              <a:rPr lang="en-US" b="1" dirty="0">
                <a:solidFill>
                  <a:srgbClr val="002060"/>
                </a:solidFill>
              </a:rPr>
              <a:t> It is assumed that this article has had great significance in the academia as well as for the academicians and academics who are interested in carrying out research works with an objective description, analysis and interpretation of any visual arts.</a:t>
            </a:r>
          </a:p>
          <a:p>
            <a:endParaRPr lang="en-US" b="1" dirty="0">
              <a:solidFill>
                <a:srgbClr val="002060"/>
              </a:solidFill>
            </a:endParaRPr>
          </a:p>
        </p:txBody>
      </p:sp>
    </p:spTree>
    <p:extLst>
      <p:ext uri="{BB962C8B-B14F-4D97-AF65-F5344CB8AC3E}">
        <p14:creationId xmlns:p14="http://schemas.microsoft.com/office/powerpoint/2010/main" val="3837764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3919-AE0D-3A58-ED8E-06D30C873EB2}"/>
              </a:ext>
            </a:extLst>
          </p:cNvPr>
          <p:cNvSpPr>
            <a:spLocks noGrp="1"/>
          </p:cNvSpPr>
          <p:nvPr>
            <p:ph type="title"/>
          </p:nvPr>
        </p:nvSpPr>
        <p:spPr>
          <a:xfrm>
            <a:off x="844062" y="102022"/>
            <a:ext cx="10093985" cy="1037462"/>
          </a:xfrm>
        </p:spPr>
        <p:txBody>
          <a:bodyPr/>
          <a:lstStyle/>
          <a:p>
            <a:pPr algn="ctr"/>
            <a:r>
              <a:rPr lang="en-US" dirty="0">
                <a:solidFill>
                  <a:srgbClr val="00B050"/>
                </a:solidFill>
              </a:rPr>
              <a:t>Introduction</a:t>
            </a:r>
          </a:p>
        </p:txBody>
      </p:sp>
      <p:sp>
        <p:nvSpPr>
          <p:cNvPr id="3" name="Content Placeholder 2">
            <a:extLst>
              <a:ext uri="{FF2B5EF4-FFF2-40B4-BE49-F238E27FC236}">
                <a16:creationId xmlns:a16="http://schemas.microsoft.com/office/drawing/2014/main" id="{5E212F67-7A6C-E501-1032-C5ADCFD24574}"/>
              </a:ext>
            </a:extLst>
          </p:cNvPr>
          <p:cNvSpPr>
            <a:spLocks noGrp="1"/>
          </p:cNvSpPr>
          <p:nvPr>
            <p:ph idx="1"/>
          </p:nvPr>
        </p:nvSpPr>
        <p:spPr>
          <a:xfrm>
            <a:off x="393895" y="1266092"/>
            <a:ext cx="11183815" cy="5489887"/>
          </a:xfrm>
        </p:spPr>
        <p:txBody>
          <a:bodyPr>
            <a:normAutofit/>
          </a:bodyPr>
          <a:lstStyle/>
          <a:p>
            <a:pPr marL="457200" indent="-457200">
              <a:buFont typeface="Wingdings" panose="05000000000000000000" pitchFamily="2" charset="2"/>
              <a:buChar char="q"/>
            </a:pPr>
            <a:r>
              <a:rPr lang="en-US" sz="3600" b="1" dirty="0"/>
              <a:t>Background	</a:t>
            </a:r>
          </a:p>
          <a:p>
            <a:pPr marL="457200" indent="-457200">
              <a:buFont typeface="Wingdings" panose="05000000000000000000" pitchFamily="2" charset="2"/>
              <a:buChar char="q"/>
            </a:pPr>
            <a:r>
              <a:rPr lang="en-US" sz="3600" b="1" dirty="0"/>
              <a:t>Statement of the Problem	</a:t>
            </a:r>
          </a:p>
          <a:p>
            <a:pPr marL="457200" indent="-457200">
              <a:buFont typeface="Wingdings" panose="05000000000000000000" pitchFamily="2" charset="2"/>
              <a:buChar char="q"/>
            </a:pPr>
            <a:r>
              <a:rPr lang="en-US" sz="3600" b="1" dirty="0"/>
              <a:t>Research Questions</a:t>
            </a:r>
          </a:p>
          <a:p>
            <a:pPr marL="457200" indent="-457200">
              <a:buFont typeface="Wingdings" panose="05000000000000000000" pitchFamily="2" charset="2"/>
              <a:buChar char="q"/>
            </a:pPr>
            <a:r>
              <a:rPr lang="en-US" sz="3600" b="1" dirty="0"/>
              <a:t>Research Objectives</a:t>
            </a:r>
          </a:p>
          <a:p>
            <a:pPr marL="457200" indent="-457200">
              <a:buFont typeface="Wingdings" panose="05000000000000000000" pitchFamily="2" charset="2"/>
              <a:buChar char="q"/>
            </a:pPr>
            <a:r>
              <a:rPr lang="en-US" sz="3600" b="1" dirty="0"/>
              <a:t>Delimitation of the Study	</a:t>
            </a:r>
          </a:p>
          <a:p>
            <a:pPr marL="457200" indent="-457200">
              <a:buFont typeface="Wingdings" panose="05000000000000000000" pitchFamily="2" charset="2"/>
              <a:buChar char="q"/>
            </a:pPr>
            <a:r>
              <a:rPr lang="en-US" sz="3600" b="1" dirty="0"/>
              <a:t> Significance of the Study </a:t>
            </a:r>
          </a:p>
          <a:p>
            <a:pPr marL="457200" indent="-457200">
              <a:buFont typeface="Wingdings" panose="05000000000000000000" pitchFamily="2" charset="2"/>
              <a:buChar char="q"/>
            </a:pPr>
            <a:endParaRPr lang="en-US" dirty="0"/>
          </a:p>
        </p:txBody>
      </p:sp>
    </p:spTree>
    <p:extLst>
      <p:ext uri="{BB962C8B-B14F-4D97-AF65-F5344CB8AC3E}">
        <p14:creationId xmlns:p14="http://schemas.microsoft.com/office/powerpoint/2010/main" val="796758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1CB9-22A1-56E1-CA1B-03C9C1BE118D}"/>
              </a:ext>
            </a:extLst>
          </p:cNvPr>
          <p:cNvSpPr>
            <a:spLocks noGrp="1"/>
          </p:cNvSpPr>
          <p:nvPr>
            <p:ph type="title"/>
          </p:nvPr>
        </p:nvSpPr>
        <p:spPr>
          <a:xfrm>
            <a:off x="1158864" y="102021"/>
            <a:ext cx="9779183" cy="1216825"/>
          </a:xfrm>
        </p:spPr>
        <p:txBody>
          <a:bodyPr/>
          <a:lstStyle/>
          <a:p>
            <a:pPr algn="ctr"/>
            <a:r>
              <a:rPr lang="en-US" dirty="0"/>
              <a:t>Background</a:t>
            </a:r>
          </a:p>
        </p:txBody>
      </p:sp>
      <p:sp>
        <p:nvSpPr>
          <p:cNvPr id="3" name="Content Placeholder 2">
            <a:extLst>
              <a:ext uri="{FF2B5EF4-FFF2-40B4-BE49-F238E27FC236}">
                <a16:creationId xmlns:a16="http://schemas.microsoft.com/office/drawing/2014/main" id="{1D46B123-9327-5D2E-5C46-F005C5AFADE3}"/>
              </a:ext>
            </a:extLst>
          </p:cNvPr>
          <p:cNvSpPr>
            <a:spLocks noGrp="1"/>
          </p:cNvSpPr>
          <p:nvPr>
            <p:ph idx="1"/>
          </p:nvPr>
        </p:nvSpPr>
        <p:spPr>
          <a:xfrm>
            <a:off x="140677" y="1318847"/>
            <a:ext cx="11254154" cy="5437132"/>
          </a:xfrm>
        </p:spPr>
        <p:txBody>
          <a:bodyPr>
            <a:normAutofit/>
          </a:bodyPr>
          <a:lstStyle/>
          <a:p>
            <a:r>
              <a:rPr lang="en-US" sz="3600" b="1" dirty="0" err="1"/>
              <a:t>A.Introductory</a:t>
            </a:r>
            <a:r>
              <a:rPr lang="en-US" sz="3600" b="1" dirty="0"/>
              <a:t> Paragraph (</a:t>
            </a:r>
            <a:r>
              <a:rPr lang="ne-NP" sz="3600" b="1" dirty="0"/>
              <a:t>परिचयात्मक अनुच्छेद</a:t>
            </a:r>
            <a:r>
              <a:rPr lang="en-US" sz="3600" b="1" dirty="0"/>
              <a:t>)</a:t>
            </a:r>
          </a:p>
          <a:p>
            <a:r>
              <a:rPr lang="en-US" sz="3600" b="1" dirty="0" err="1"/>
              <a:t>i</a:t>
            </a:r>
            <a:r>
              <a:rPr lang="en-US" sz="3600" b="1" dirty="0"/>
              <a:t>. Promise sentence (</a:t>
            </a:r>
            <a:r>
              <a:rPr lang="ne-NP" sz="3600" b="1" dirty="0"/>
              <a:t>प्रतिज्ञा बाक्य</a:t>
            </a:r>
            <a:r>
              <a:rPr lang="en-US" sz="3600" b="1" dirty="0"/>
              <a:t>)</a:t>
            </a:r>
          </a:p>
          <a:p>
            <a:r>
              <a:rPr lang="en-US" sz="3600" b="1" dirty="0"/>
              <a:t>ii. Substantive narrative of the primary text/study area as per the issue raised and perspective used (</a:t>
            </a:r>
            <a:r>
              <a:rPr lang="ne-NP" sz="3600" b="1" dirty="0"/>
              <a:t>उठान गरेको सवाल र सैद्धान्तिक ढाँचा अनुसार प्राथमिक बिश्लेष्य सामाग्री/अध्ययन क्षेत्रको सार (दुई/तीन वाक्यमा)</a:t>
            </a:r>
            <a:r>
              <a:rPr lang="en-US" sz="3600" b="1" dirty="0"/>
              <a:t>)</a:t>
            </a:r>
          </a:p>
          <a:p>
            <a:r>
              <a:rPr lang="en-US" sz="3600" b="1" dirty="0"/>
              <a:t>iii. Basic theoretical framework (</a:t>
            </a:r>
            <a:r>
              <a:rPr lang="ne-NP" sz="3600" b="1" dirty="0"/>
              <a:t>आधारभूत सैद्धान्तिक ढाँचा</a:t>
            </a:r>
            <a:r>
              <a:rPr lang="en-US" sz="3600" b="1" dirty="0"/>
              <a:t>)</a:t>
            </a:r>
          </a:p>
          <a:p>
            <a:r>
              <a:rPr lang="en-US" sz="3600" b="1" dirty="0"/>
              <a:t>iv. Thesis statement (</a:t>
            </a:r>
            <a:r>
              <a:rPr lang="ne-NP" sz="3600" b="1" dirty="0"/>
              <a:t>प्रमुख तर्क/दावी</a:t>
            </a:r>
            <a:r>
              <a:rPr lang="en-US" sz="3600" b="1" dirty="0"/>
              <a:t>)	</a:t>
            </a:r>
          </a:p>
          <a:p>
            <a:endParaRPr lang="en-US" dirty="0"/>
          </a:p>
        </p:txBody>
      </p:sp>
    </p:spTree>
    <p:extLst>
      <p:ext uri="{BB962C8B-B14F-4D97-AF65-F5344CB8AC3E}">
        <p14:creationId xmlns:p14="http://schemas.microsoft.com/office/powerpoint/2010/main" val="3960114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3D855-CB22-9C4C-E0A2-378B6F6B3420}"/>
              </a:ext>
            </a:extLst>
          </p:cNvPr>
          <p:cNvSpPr>
            <a:spLocks noGrp="1"/>
          </p:cNvSpPr>
          <p:nvPr>
            <p:ph idx="1"/>
          </p:nvPr>
        </p:nvSpPr>
        <p:spPr>
          <a:xfrm>
            <a:off x="175846" y="316523"/>
            <a:ext cx="11887200" cy="6260123"/>
          </a:xfrm>
        </p:spPr>
        <p:txBody>
          <a:bodyPr/>
          <a:lstStyle/>
          <a:p>
            <a:r>
              <a:rPr lang="en-US" dirty="0"/>
              <a:t>B. </a:t>
            </a:r>
            <a:r>
              <a:rPr lang="en-US" sz="3600" b="1" dirty="0"/>
              <a:t>Brief critical Summary of the primary text/ Location, situation and present condition of the study area (</a:t>
            </a:r>
            <a:r>
              <a:rPr lang="ne-NP" sz="3600" b="1" dirty="0"/>
              <a:t>प्राथमिक बिश्लेष्य सामाग्रीको समिक्षात्मक सार</a:t>
            </a:r>
            <a:r>
              <a:rPr lang="en-US" sz="3600" b="1" dirty="0"/>
              <a:t>/</a:t>
            </a:r>
            <a:r>
              <a:rPr lang="ne-NP" sz="3600" b="1" dirty="0"/>
              <a:t>अध्ययन क्षेत्रको स्थान, अवस्थिती र वर्तमान अवस्था</a:t>
            </a:r>
            <a:r>
              <a:rPr lang="en-US" sz="3600" b="1" dirty="0"/>
              <a:t>)</a:t>
            </a:r>
          </a:p>
          <a:p>
            <a:r>
              <a:rPr lang="en-US" sz="3600" b="1" dirty="0"/>
              <a:t>C. Brief introduction of the Key terms used in the article with authentic sources (</a:t>
            </a:r>
            <a:r>
              <a:rPr lang="ne-NP" sz="3600" b="1" dirty="0"/>
              <a:t>अनुसन्धानमूलक लेखमा प्रयुक्त शब्दावली/अवधारणाको आधिकारिक स्रोत सहित संक्षिप्त परिचय</a:t>
            </a:r>
            <a:r>
              <a:rPr lang="en-US" sz="3600" b="1" dirty="0"/>
              <a:t>)</a:t>
            </a:r>
          </a:p>
        </p:txBody>
      </p:sp>
    </p:spTree>
    <p:extLst>
      <p:ext uri="{BB962C8B-B14F-4D97-AF65-F5344CB8AC3E}">
        <p14:creationId xmlns:p14="http://schemas.microsoft.com/office/powerpoint/2010/main" val="1805393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4EA340-250E-0DEA-827A-E833DFA3DF17}"/>
              </a:ext>
            </a:extLst>
          </p:cNvPr>
          <p:cNvSpPr>
            <a:spLocks noGrp="1"/>
          </p:cNvSpPr>
          <p:nvPr>
            <p:ph idx="1"/>
          </p:nvPr>
        </p:nvSpPr>
        <p:spPr>
          <a:xfrm>
            <a:off x="175846" y="334108"/>
            <a:ext cx="11799277" cy="6189783"/>
          </a:xfrm>
        </p:spPr>
        <p:txBody>
          <a:bodyPr>
            <a:normAutofit fontScale="85000" lnSpcReduction="10000"/>
          </a:bodyPr>
          <a:lstStyle/>
          <a:p>
            <a:r>
              <a:rPr lang="en-US" dirty="0"/>
              <a:t>This paper explores the cultural significance of </a:t>
            </a:r>
            <a:r>
              <a:rPr lang="en-US" dirty="0" err="1"/>
              <a:t>JuJu</a:t>
            </a:r>
            <a:r>
              <a:rPr lang="en-US" dirty="0"/>
              <a:t> </a:t>
            </a:r>
            <a:r>
              <a:rPr lang="en-US" dirty="0" err="1"/>
              <a:t>Dhau</a:t>
            </a:r>
            <a:r>
              <a:rPr lang="en-US" dirty="0"/>
              <a:t> of Bhaktapur by applying culinary tradition perspective. Bhaktapur, also known as </a:t>
            </a:r>
            <a:r>
              <a:rPr lang="en-US" dirty="0" err="1"/>
              <a:t>Khwopa</a:t>
            </a:r>
            <a:r>
              <a:rPr lang="en-US" dirty="0"/>
              <a:t> and historically referred to as </a:t>
            </a:r>
            <a:r>
              <a:rPr lang="en-US" dirty="0" err="1"/>
              <a:t>Bhadgaon</a:t>
            </a:r>
            <a:r>
              <a:rPr lang="en-US" dirty="0"/>
              <a:t>, is indeed a city in the eastern corner of the Kathmandu Valley, approximately 13 kilometers from Kathmandu. It is recognized as the smallest city in Nepal and renowned for its vibrant Newar culture. Among its tangible and intangible cultural treasures, one of the most significant intangible heritage is </a:t>
            </a:r>
            <a:r>
              <a:rPr lang="en-US" dirty="0" err="1"/>
              <a:t>JuJu</a:t>
            </a:r>
            <a:r>
              <a:rPr lang="en-US" dirty="0"/>
              <a:t> </a:t>
            </a:r>
            <a:r>
              <a:rPr lang="en-US" dirty="0" err="1"/>
              <a:t>Dhau</a:t>
            </a:r>
            <a:r>
              <a:rPr lang="en-US" dirty="0"/>
              <a:t> - the King of Yoghurt. </a:t>
            </a:r>
            <a:r>
              <a:rPr lang="en-US" dirty="0" err="1"/>
              <a:t>JuJu</a:t>
            </a:r>
            <a:r>
              <a:rPr lang="en-US" dirty="0"/>
              <a:t> </a:t>
            </a:r>
            <a:r>
              <a:rPr lang="en-US" dirty="0" err="1"/>
              <a:t>Dhau</a:t>
            </a:r>
            <a:r>
              <a:rPr lang="en-US" dirty="0"/>
              <a:t> is considered as an essential culinary in the Newar community. This study uses the theoretical insights of cultural preservation through food envisioned by Mary Douglas. The researcher argues that despite the modernization and globalization, the increased cultural symbol of Bhaktapur </a:t>
            </a:r>
            <a:r>
              <a:rPr lang="en-US" dirty="0" err="1"/>
              <a:t>JuJu</a:t>
            </a:r>
            <a:r>
              <a:rPr lang="en-US" dirty="0"/>
              <a:t> </a:t>
            </a:r>
            <a:r>
              <a:rPr lang="en-US" dirty="0" err="1"/>
              <a:t>Dhau</a:t>
            </a:r>
            <a:r>
              <a:rPr lang="en-US" dirty="0"/>
              <a:t> has its cultural significance globally.</a:t>
            </a:r>
          </a:p>
          <a:p>
            <a:r>
              <a:rPr lang="en-US" dirty="0"/>
              <a:t>The key-terms for this study are "Newar community", "</a:t>
            </a:r>
            <a:r>
              <a:rPr lang="en-US" dirty="0" err="1"/>
              <a:t>JuJu</a:t>
            </a:r>
            <a:r>
              <a:rPr lang="en-US" dirty="0"/>
              <a:t> </a:t>
            </a:r>
            <a:r>
              <a:rPr lang="en-US" dirty="0" err="1"/>
              <a:t>Dhau</a:t>
            </a:r>
            <a:r>
              <a:rPr lang="en-US" dirty="0"/>
              <a:t>", "cultural significance" and "Bhaktapur". Shrestha (1999) states that the Newars are the original inhabitants of the Kathmandu Valley. The Newars speak their own ethnic language that belongs to the Tibeto-Burman group with rich ancient and modern literatures going back to the fourteenth century and known for their rich cultural heritage, unique traditions, and contributions to art, architecture, and cuisine. This study explores into the Newar community of Bhaktapur, providing context about their rich cultural heritage and traditions. It deals with how the community's unique practices and beliefs are reflected in their culinary traditions, particularly through Juju </a:t>
            </a:r>
            <a:r>
              <a:rPr lang="en-US" dirty="0" err="1"/>
              <a:t>Dhau</a:t>
            </a:r>
            <a:r>
              <a:rPr lang="en-US" dirty="0"/>
              <a:t>.</a:t>
            </a:r>
          </a:p>
        </p:txBody>
      </p:sp>
    </p:spTree>
    <p:extLst>
      <p:ext uri="{BB962C8B-B14F-4D97-AF65-F5344CB8AC3E}">
        <p14:creationId xmlns:p14="http://schemas.microsoft.com/office/powerpoint/2010/main" val="1727349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8E431-8960-03D8-C7A6-F1906E284791}"/>
              </a:ext>
            </a:extLst>
          </p:cNvPr>
          <p:cNvSpPr>
            <a:spLocks noGrp="1"/>
          </p:cNvSpPr>
          <p:nvPr>
            <p:ph idx="1"/>
          </p:nvPr>
        </p:nvSpPr>
        <p:spPr>
          <a:xfrm>
            <a:off x="140676" y="316523"/>
            <a:ext cx="11852031" cy="6418385"/>
          </a:xfrm>
        </p:spPr>
        <p:txBody>
          <a:bodyPr>
            <a:normAutofit fontScale="92500" lnSpcReduction="20000"/>
          </a:bodyPr>
          <a:lstStyle/>
          <a:p>
            <a:r>
              <a:rPr lang="en-US" dirty="0"/>
              <a:t>Likewise, Gosai (2025), explored Juju </a:t>
            </a:r>
            <a:r>
              <a:rPr lang="en-US" dirty="0" err="1"/>
              <a:t>Dhau</a:t>
            </a:r>
            <a:r>
              <a:rPr lang="en-US" dirty="0"/>
              <a:t>, a yoghurt made from high-quality water-buffalo milk with added cardamom powder and traditionally prepared in earthen pots, represents the rich cultural heritage of Bhaktapur, Nepal. This research focuses on Juju </a:t>
            </a:r>
            <a:r>
              <a:rPr lang="en-US" dirty="0" err="1"/>
              <a:t>Dhau</a:t>
            </a:r>
            <a:r>
              <a:rPr lang="en-US" dirty="0"/>
              <a:t>, detailing its traditional preparation methods, historical background. The study discusses how Juju </a:t>
            </a:r>
            <a:r>
              <a:rPr lang="en-US" dirty="0" err="1"/>
              <a:t>Dhau</a:t>
            </a:r>
            <a:r>
              <a:rPr lang="en-US" dirty="0"/>
              <a:t> is integral to various rituals, festivals and occasions. Similarly, Worthing (2008) mentioned cultural significance refers to the collective importance of cultural practices, symbols, and artifacts in shaping identities, social structures, and community values. The study examines the importance of Juju </a:t>
            </a:r>
            <a:r>
              <a:rPr lang="en-US" dirty="0" err="1"/>
              <a:t>Dhau</a:t>
            </a:r>
            <a:r>
              <a:rPr lang="en-US" dirty="0"/>
              <a:t> within the Newar community, highlighting how this traditional yoghurt is more than just a food item. It explores how Juju </a:t>
            </a:r>
            <a:r>
              <a:rPr lang="en-US" dirty="0" err="1"/>
              <a:t>Dhau</a:t>
            </a:r>
            <a:r>
              <a:rPr lang="en-US" dirty="0"/>
              <a:t> represents cultural values, traditions, and identity, and how it plays a crucial role in social and religious practices.</a:t>
            </a:r>
          </a:p>
          <a:p>
            <a:r>
              <a:rPr lang="en-US" dirty="0"/>
              <a:t>Similarly, Silva (2016) explains that Bhaktapur is located in the Kathmandu valley about 13 km east of the current capital of Kathmandu, was the political center of the Malla dynasty during the twelfth to eighteenth centuries. Bhaktapur has a high concentration of religious, extravagant and vernacular architecture, located within a well-preserved urban setting. Newar of Bhaktapur practice Buddhism, Hinduism and Tantrism. The research locates Juju </a:t>
            </a:r>
            <a:r>
              <a:rPr lang="en-US" dirty="0" err="1"/>
              <a:t>Dhau</a:t>
            </a:r>
            <a:r>
              <a:rPr lang="en-US" dirty="0"/>
              <a:t> within the historic city of Bhaktapur, known for its well-preserved cultural heritage. It examines how the city's traditions and lifestyle influence in the preparation and consumption of Juju </a:t>
            </a:r>
            <a:r>
              <a:rPr lang="en-US" dirty="0" err="1"/>
              <a:t>Dhau</a:t>
            </a:r>
            <a:r>
              <a:rPr lang="en-US" dirty="0"/>
              <a:t>, and how this delicacy contributes to Bhaktapur's cultural identity.</a:t>
            </a:r>
          </a:p>
        </p:txBody>
      </p:sp>
    </p:spTree>
    <p:extLst>
      <p:ext uri="{BB962C8B-B14F-4D97-AF65-F5344CB8AC3E}">
        <p14:creationId xmlns:p14="http://schemas.microsoft.com/office/powerpoint/2010/main" val="665622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A823D-0D2B-F3AA-A1F8-CC9D09D006B2}"/>
              </a:ext>
            </a:extLst>
          </p:cNvPr>
          <p:cNvSpPr>
            <a:spLocks noGrp="1"/>
          </p:cNvSpPr>
          <p:nvPr>
            <p:ph idx="1"/>
          </p:nvPr>
        </p:nvSpPr>
        <p:spPr>
          <a:xfrm>
            <a:off x="0" y="351692"/>
            <a:ext cx="11957538" cy="6506307"/>
          </a:xfrm>
        </p:spPr>
        <p:txBody>
          <a:bodyPr>
            <a:normAutofit fontScale="92500" lnSpcReduction="20000"/>
          </a:bodyPr>
          <a:lstStyle/>
          <a:p>
            <a:pPr algn="ctr"/>
            <a:r>
              <a:rPr lang="ne-NP" dirty="0"/>
              <a:t>भक्तपुरको पूर्व मध्यकालिन नेवाः बस्ती संरचना</a:t>
            </a:r>
            <a:endParaRPr lang="en-US" dirty="0"/>
          </a:p>
          <a:p>
            <a:endParaRPr lang="en-US" dirty="0"/>
          </a:p>
          <a:p>
            <a:r>
              <a:rPr lang="ne-NP" dirty="0"/>
              <a:t>प्रस्तुत अनुसन्धात्मक लेखले आकृती विज्ञान (</a:t>
            </a:r>
            <a:r>
              <a:rPr lang="en-US" dirty="0"/>
              <a:t>urban morphology) </a:t>
            </a:r>
            <a:r>
              <a:rPr lang="ne-NP" dirty="0"/>
              <a:t>प्रयोग गरी भक्तपुरको पूर्व मध्यकालिन नेवाः बस्ती संरचनाको अन्वेषण गर्दछ। काठमाडौंबाट तेह्र कि. मी. पूर्वतर्फ भक्तपुर पर्दछ । यसको क्षेत्रफल ६.८८ व.कि.मी. रहेको छ। पूर्व-मध्यकालमा भक्तपुर नेपालको राजधानी थियो। भक्तपुरका लिच्छवीकालिन अभिलेखमा प्रयोग भएका स्थान नानका आधारमा यहाँ किराँत कालमै बस्ती बसिसकेको थाहा हुन्छ। लिच्छवीकालिन अवशेषहरु त अझैपनि पाइन्छन्। त्यसपछि गोपालराजवंशावली र अन्य केहि प्रमाणहरूका आधारमा राजा आनन्ददेवले यहाँ राजधानी बसालेको थाहा हुन्छ। आनन्ददेवले छरिएर रहेको बस्तीलाई गाभेर, दरबार र अन्य संरचनाहरु थपेर यसलाई राजधानीको रूप दिएको हुन सक्छ। प्रस्तुत लेख रोजर ट्रान्सिकको सैद्धान्तिक दृष्टिकोण, अन्तर विषय दृष्टिकोण (</a:t>
            </a:r>
            <a:r>
              <a:rPr lang="en-US" dirty="0"/>
              <a:t>interdisciplinary approaches) </a:t>
            </a:r>
            <a:r>
              <a:rPr lang="ne-NP" dirty="0"/>
              <a:t>मा आधारित छ। पूर्व मध्यकालिन भक्तपुरको नेवाः वस्ती संरचना आफ्नै किसिमको थियो। ठूला-साना खुल्ला स्थानको संयोजन, सडक सञ्जाल, पानीको श्रोत र भवन संरचनाहरू यसका विशेषता हुन्‌। ठूला-साना खुल्ला स्थानको संयोजनमा चुकः, ननी, लाछी, टोल, चपाल, लायकु आदि पर्दछन् । सडक सञ्जालमा मुख्य चौडा बाटो, सहायक बाटो, गल्ली, लाबो बाटो (</a:t>
            </a:r>
            <a:r>
              <a:rPr lang="en-US" dirty="0"/>
              <a:t>underpass) </a:t>
            </a:r>
            <a:r>
              <a:rPr lang="ne-NP" dirty="0"/>
              <a:t>आदि पर्दछन् । पानीका श्रोतहरुमा राजकुलो, ढुङ्गेधारा, इनार, कुवा, पोखरी, खोला आदि पर्दछन्। भवन संरचनामा आफ्नै विशेषता सहितका लहरै घरहरु (</a:t>
            </a:r>
            <a:r>
              <a:rPr lang="en-US" dirty="0"/>
              <a:t>row houses), </a:t>
            </a:r>
            <a:r>
              <a:rPr lang="ne-NP" dirty="0"/>
              <a:t>पाटी, मन्दिर, सत्तल, मठ, द्योछें आदि पर्दछन्। यसरी सार्वजनिक चोक, बाटो, पानीका श्रोत र भवन संरचनाहरू नै भक्तपुरका बस्ती संरचनाका अवयवहरू हुन् ।</a:t>
            </a:r>
            <a:endParaRPr lang="en-US" dirty="0"/>
          </a:p>
        </p:txBody>
      </p:sp>
    </p:spTree>
    <p:extLst>
      <p:ext uri="{BB962C8B-B14F-4D97-AF65-F5344CB8AC3E}">
        <p14:creationId xmlns:p14="http://schemas.microsoft.com/office/powerpoint/2010/main" val="2720482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C17047-27E2-68DB-445D-4B8376219628}"/>
              </a:ext>
            </a:extLst>
          </p:cNvPr>
          <p:cNvSpPr>
            <a:spLocks noGrp="1"/>
          </p:cNvSpPr>
          <p:nvPr>
            <p:ph idx="1"/>
          </p:nvPr>
        </p:nvSpPr>
        <p:spPr>
          <a:xfrm>
            <a:off x="246184" y="422031"/>
            <a:ext cx="11764107" cy="6224954"/>
          </a:xfrm>
        </p:spPr>
        <p:txBody>
          <a:bodyPr>
            <a:normAutofit fontScale="85000" lnSpcReduction="20000"/>
          </a:bodyPr>
          <a:lstStyle/>
          <a:p>
            <a:r>
              <a:rPr lang="ne-NP" dirty="0"/>
              <a:t>प्रस्तुत लेखको आधारभूत धारणाहरु भक्तपुर, पूर्व मध्यकालिन संरचना, नेवाः बस्ती, चोकः, सडक सञ्जाल, पानीको श्रोत, टोल र भवन संरचनाहरु आदि हुन्। यी धारणाहरुलाई विभिन्न आधिकारीक श्रोतका आधारमा यसरी व्याख्या गरिएको छ । रेग्मी (वि.सं. २०६०) का अनुसार "भक्तपुर" शब्दको व्युत्पत्ति संस्कृत भाषाको 'भक्त' र 'पुर' शब्दबाट भएको हो, जसको अर्थ "भक्तहरूको शहर" हुन्छ। </a:t>
            </a:r>
            <a:endParaRPr lang="en-US" dirty="0"/>
          </a:p>
          <a:p>
            <a:r>
              <a:rPr lang="ne-NP" dirty="0"/>
              <a:t>यो काठमाडौं उपत्यकाको प्राचीन नेवाः राज्यमध्ये एक हो, जसलाई नेपाल भाषामा 'ख्वप' पनि भनिन्छ। थापा (वि.सं. २०६०) का अनुसार "पूर्व मध्यकालीन संरचना" भन्नाले आठौं शताब्दीदेखि तेह्रौं शताब्दीको बीचमा निर्माण भएका भौतिक संरचनाहरू हुन्। यी संरचनाहरूमा मन्दिर, बहाल, सत्तल, पाटी पौवा र दरबारहरू मुख्य थिए। गेल्लनर (१९८६) ले "नेवाः बस्ती "लाई नेवाः जातिको परम्परागत बसोबास क्षेत्रको रूपमा परिभाषित गरेका छन्, जहाँ विशिष्ट सामाजिक-सांस्कृतिक संरचना र वास्तुकला पाइन्छ। स्लसर (१९८२) ले "चोक" लाई नेवार वास्तुकलाको मूल एकाइको रूपमा परिभाषित गरेका छन्। यो एक खुला आँगन हो जसको वरिपरि घरहरू निर्माण गरिएका हुन्छन् र वसले सामाजिक तथा सांस्कृतिक गतिविधिहरूको केन्द्रको रूपमा काम गर्छ। आचार्य( वि.सं. २०५८) का अनुसार "पूर्व मध्यकालीन नेवाः बस्ती" मा मूल सडक र सहायक गल्लीहरूको व्यवस्थित सञ्जाल थियो। मूल सडकहरू व्यापारिक मार्गको रूपमा प्रयोग हुन्ये भने गल्लीहरूले वस्तीका विभिन्न भागहरूलाई जोड्थे। प्रधान (वि.सं. २०५७) का अनुसार बुंगेधारा, इनार, पोखरी र कुवा जस्ता पानीका स्रोतहरू वैज्ञानिक ढंगले व्यवस्थित गरिएका थिए। यी स्रोतहरूको निर्माण र संरक्षणमा विशेष ध्यान दिइन्थ्यो। लेवी (१९९०) का अनुसार "टोल" एक पारम्परिक नेवारी बस्तीको उप-विभाजन हो, जहाँ सामान्यतया एउटै जात वा पेशाका मानिसहरू बस्ने गर्थे। श्रेष्ठ (वि.सं. २०६३) ले भवन संरचनाहरूलाई तीन देखि पाँच तले र काठ, माटो तथा इँटाको प्रयोग गरी निर्माण गरिएको बताएका छन्। यी भवनहरूमा नेवार वास्तुकलाको विशिष्ट शैली र कलात्मक विशेषताहरू पाइन्थे।</a:t>
            </a:r>
            <a:endParaRPr lang="en-US" dirty="0"/>
          </a:p>
        </p:txBody>
      </p:sp>
    </p:spTree>
    <p:extLst>
      <p:ext uri="{BB962C8B-B14F-4D97-AF65-F5344CB8AC3E}">
        <p14:creationId xmlns:p14="http://schemas.microsoft.com/office/powerpoint/2010/main" val="735302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8EBD6-A0F8-81E4-F199-159A4838301D}"/>
              </a:ext>
            </a:extLst>
          </p:cNvPr>
          <p:cNvSpPr>
            <a:spLocks noGrp="1"/>
          </p:cNvSpPr>
          <p:nvPr>
            <p:ph idx="1"/>
          </p:nvPr>
        </p:nvSpPr>
        <p:spPr>
          <a:xfrm>
            <a:off x="281354" y="369276"/>
            <a:ext cx="11676184" cy="6330461"/>
          </a:xfrm>
        </p:spPr>
        <p:txBody>
          <a:bodyPr>
            <a:normAutofit fontScale="77500" lnSpcReduction="20000"/>
          </a:bodyPr>
          <a:lstStyle/>
          <a:p>
            <a:r>
              <a:rPr lang="en-US" dirty="0"/>
              <a:t> </a:t>
            </a:r>
            <a:r>
              <a:rPr lang="ne-NP" dirty="0"/>
              <a:t>प्रस्तुत लेखको आधारभूत धारणाहरुमध्ये भक्तपुर सम्बन्धी ऐतिहासिक, सांस्कृतिक तथा पुरातात्विक लेखहरु तथा पुस्तकहरुले यस अध्ययनलाई मद्दत पुर्याउन सक्छ। भक्तपुरका इतिहासको अध्ययनले त्यतिबेलाको शासन व्यवस्था, सामाजिक संरचना तथा राजनितिक अवस्था बुझ्न मद्दत गर्छ। भक्तपुरको संस्कृति अध्ययनले बस्तीको इतिहासलाइ प्रकाश पार्नसक्ने सन्दर्भमा केहि जात्रा, पर्व वा धार्मिक विषय पनि विश्लेषण गर्नुपर्ने हुन्छ। जस्तै जात्रा मार्गको पहिचानले जात्रा सुरु हुनु अघि र पछाडीको बस्ती छुट्‌याउन मद्दत गर्छ।</a:t>
            </a:r>
            <a:endParaRPr lang="en-US" dirty="0"/>
          </a:p>
          <a:p>
            <a:r>
              <a:rPr lang="ne-NP" dirty="0"/>
              <a:t> पुरातात्विक उत्खनन्हरु सम्बन्धी पुराना रिपोर्टहरुको अध्ययनले पूर्व मध्यकालमा भएका संरचनाहरुको जानकारी दिन्छ । साथै घरको जग खन्दा भेटिएका पुरातात्विक अवशेषको जानकारी, तस्विरहरु पनि खोज्ने प्रयास गर्नुपर्छ। दोस्रो आधारभूत धारणामा पूर्व मध्यकालीन संरचना अध्ययनको लागी समय निर्धारण र तात्कालिन समयका संचरना पहिचान गर्ने श्रोतहरुको खोजी गर्नुपर्ने हुन्छ। जसको लागी अभिलेख, ताडपत्र, ठ्यासफु, चिट्ठिपत्रहरु समेत लिप्यन्तर वा अध्ययन गर्नुपर्ने हुन्छ। तेस्रो नेवाः बस्तीको अध्ययनले अन्य स्थानहरुको नेवाः बस्ती र त्यहाँका बस्तीका अवयवहरुको बारे जानकारी दिन्छ। यसले संरचनाहरुका चरित्रलाई तुलनात्मक विश्लेषण गर्न सहयोग गर्न सक्छ। चौथो, पाँचौ र छैठौं आधारभूत धारणाहरु चोक, सडक सञ्जाल र पानिको श्रोतको अध्ययन पनि उत्तिकै महत्वपूर्ण छ।</a:t>
            </a:r>
            <a:endParaRPr lang="en-US"/>
          </a:p>
          <a:p>
            <a:r>
              <a:rPr lang="ne-NP"/>
              <a:t> </a:t>
            </a:r>
            <a:r>
              <a:rPr lang="ne-NP" dirty="0"/>
              <a:t>भवन जस्ता संरचनाहरू एक/दुइ शताब्दिमा परिवर्तन हुन सक्छ तर खुल्ला स्थान/चोकहरू, सडक सञ्जाल, र सामाजिक संरचनाहरु कम मात्रै परिवर्तन हुने सम्भावना रहन्छ। ति सम्पूर्ण सामाजिक संरचनाको स्थलगत र नक्सा अध्ययनको मार्फत यस अनुसन्धानलाई विभिन्न जानकारी दिन्छ। यसकै आधारमा बस्तीको आकृति पहिल्याउन मद्दत पुर्याउछ। साथै यस्ता सामाजिक संरचनासँग जोडिएका गुठी र त्यसका कागजपत्र पनि अध्ययन गर्न सकिन्छ। बाकिँ दुई आधारभूत धारणाहरु टोल र भवन संरचना पनि बस्तीको आकृति पहिल्याउने आधारहरु हुन् । यसको बनौटको अन्वेषण, एक आपसको सम्बन्धको अध्ययनले बस्तीको सुरुवात र विस्तारका इतिहास बुझ्न मद्दत गर्छ। यसरी विभिन्न आधारभूत धारणाहरुको अध्ययनहरुलाई प्रस्तुत लेखमा प्रयोग गर्न सकिन्छ ।</a:t>
            </a:r>
            <a:endParaRPr lang="en-US" dirty="0"/>
          </a:p>
        </p:txBody>
      </p:sp>
    </p:spTree>
    <p:extLst>
      <p:ext uri="{BB962C8B-B14F-4D97-AF65-F5344CB8AC3E}">
        <p14:creationId xmlns:p14="http://schemas.microsoft.com/office/powerpoint/2010/main" val="1705141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9952-A32B-6E92-17DA-1E31A5F37C1F}"/>
              </a:ext>
            </a:extLst>
          </p:cNvPr>
          <p:cNvSpPr>
            <a:spLocks noGrp="1"/>
          </p:cNvSpPr>
          <p:nvPr>
            <p:ph type="title"/>
          </p:nvPr>
        </p:nvSpPr>
        <p:spPr>
          <a:xfrm>
            <a:off x="1158864" y="102021"/>
            <a:ext cx="9779183" cy="1040979"/>
          </a:xfrm>
        </p:spPr>
        <p:txBody>
          <a:bodyPr/>
          <a:lstStyle/>
          <a:p>
            <a:pPr algn="ctr"/>
            <a:r>
              <a:rPr lang="en-US" dirty="0"/>
              <a:t>Statement of the Problem</a:t>
            </a:r>
          </a:p>
        </p:txBody>
      </p:sp>
      <p:sp>
        <p:nvSpPr>
          <p:cNvPr id="3" name="Content Placeholder 2">
            <a:extLst>
              <a:ext uri="{FF2B5EF4-FFF2-40B4-BE49-F238E27FC236}">
                <a16:creationId xmlns:a16="http://schemas.microsoft.com/office/drawing/2014/main" id="{78137ECB-AFD5-5339-23D7-1143BADC416B}"/>
              </a:ext>
            </a:extLst>
          </p:cNvPr>
          <p:cNvSpPr>
            <a:spLocks noGrp="1"/>
          </p:cNvSpPr>
          <p:nvPr>
            <p:ph idx="1"/>
          </p:nvPr>
        </p:nvSpPr>
        <p:spPr>
          <a:xfrm>
            <a:off x="457200" y="1371601"/>
            <a:ext cx="10480847" cy="5384378"/>
          </a:xfrm>
        </p:spPr>
        <p:txBody>
          <a:bodyPr/>
          <a:lstStyle/>
          <a:p>
            <a:pPr marL="457200" indent="-457200">
              <a:buFont typeface="Wingdings" panose="05000000000000000000" pitchFamily="2" charset="2"/>
              <a:buChar char="q"/>
            </a:pPr>
            <a:r>
              <a:rPr lang="en-US" sz="3600" b="1" dirty="0"/>
              <a:t>What problem did you feel while going through the primary text/study area?</a:t>
            </a:r>
          </a:p>
          <a:p>
            <a:pPr marL="457200" indent="-457200">
              <a:buFont typeface="Wingdings" panose="05000000000000000000" pitchFamily="2" charset="2"/>
              <a:buChar char="q"/>
            </a:pPr>
            <a:r>
              <a:rPr lang="en-US" sz="3600" b="1" dirty="0"/>
              <a:t>How has your personal problem become research problem?</a:t>
            </a:r>
          </a:p>
          <a:p>
            <a:pPr marL="457200" indent="-457200">
              <a:buFont typeface="Wingdings" panose="05000000000000000000" pitchFamily="2" charset="2"/>
              <a:buChar char="q"/>
            </a:pPr>
            <a:r>
              <a:rPr lang="en-US" sz="3600" b="1" dirty="0"/>
              <a:t>What research gap did you identify?</a:t>
            </a:r>
          </a:p>
          <a:p>
            <a:pPr marL="457200" indent="-457200">
              <a:buFont typeface="Wingdings" panose="05000000000000000000" pitchFamily="2" charset="2"/>
              <a:buChar char="q"/>
            </a:pPr>
            <a:r>
              <a:rPr lang="en-US" sz="3600" b="1" dirty="0"/>
              <a:t>What is your point of departure that differs from the previous studies?</a:t>
            </a:r>
          </a:p>
          <a:p>
            <a:pPr marL="457200" indent="-457200">
              <a:buFont typeface="Wingdings" panose="05000000000000000000" pitchFamily="2" charset="2"/>
              <a:buChar char="q"/>
            </a:pPr>
            <a:endParaRPr lang="en-US" dirty="0"/>
          </a:p>
        </p:txBody>
      </p:sp>
    </p:spTree>
    <p:extLst>
      <p:ext uri="{BB962C8B-B14F-4D97-AF65-F5344CB8AC3E}">
        <p14:creationId xmlns:p14="http://schemas.microsoft.com/office/powerpoint/2010/main" val="2907273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5A20C-19B9-31E8-F09F-6C9013DC7165}"/>
              </a:ext>
            </a:extLst>
          </p:cNvPr>
          <p:cNvSpPr>
            <a:spLocks noGrp="1"/>
          </p:cNvSpPr>
          <p:nvPr>
            <p:ph type="title"/>
          </p:nvPr>
        </p:nvSpPr>
        <p:spPr>
          <a:xfrm>
            <a:off x="527538" y="102021"/>
            <a:ext cx="11359661" cy="1371697"/>
          </a:xfrm>
        </p:spPr>
        <p:txBody>
          <a:bodyPr/>
          <a:lstStyle/>
          <a:p>
            <a:pPr algn="ctr"/>
            <a:r>
              <a:rPr lang="ne-NP" dirty="0"/>
              <a:t>समस्या कथन</a:t>
            </a:r>
            <a:endParaRPr lang="en-US" dirty="0"/>
          </a:p>
        </p:txBody>
      </p:sp>
      <p:sp>
        <p:nvSpPr>
          <p:cNvPr id="3" name="Content Placeholder 2">
            <a:extLst>
              <a:ext uri="{FF2B5EF4-FFF2-40B4-BE49-F238E27FC236}">
                <a16:creationId xmlns:a16="http://schemas.microsoft.com/office/drawing/2014/main" id="{5C524699-2740-0929-094F-4147DBE0D9DC}"/>
              </a:ext>
            </a:extLst>
          </p:cNvPr>
          <p:cNvSpPr>
            <a:spLocks noGrp="1"/>
          </p:cNvSpPr>
          <p:nvPr>
            <p:ph idx="1"/>
          </p:nvPr>
        </p:nvSpPr>
        <p:spPr>
          <a:xfrm>
            <a:off x="263768" y="1705708"/>
            <a:ext cx="11623431" cy="4923691"/>
          </a:xfrm>
        </p:spPr>
        <p:txBody>
          <a:bodyPr/>
          <a:lstStyle/>
          <a:p>
            <a:r>
              <a:rPr lang="ne-NP" dirty="0"/>
              <a:t>क) </a:t>
            </a:r>
            <a:r>
              <a:rPr lang="ne-NP" sz="3600" b="1" dirty="0"/>
              <a:t>प्राथमिक बिश्लेष्य सामाग्री/अध्ययन क्षेत्रको गहन अध्ययन/अवलोकन गर्दा यहाँमा के जिज्ञासा वा यहाँले के समस्या अनुभुत गर्नुभयो?</a:t>
            </a:r>
          </a:p>
          <a:p>
            <a:r>
              <a:rPr lang="ne-NP" sz="3600" b="1" dirty="0"/>
              <a:t>ख) यहाँको वैयक्तिक जिज्ञासा वा अनुभुत समस्या कसरी प्राज्ञिक समस्या बन्यो?</a:t>
            </a:r>
          </a:p>
          <a:p>
            <a:r>
              <a:rPr lang="ne-NP" sz="3600" b="1" dirty="0"/>
              <a:t>ग) यहाँले अध्ययन गर्दा के अनुसन्धान रिक्तता पहिचान गर्नुभयो?</a:t>
            </a:r>
          </a:p>
          <a:p>
            <a:r>
              <a:rPr lang="ne-NP" sz="3600" b="1" dirty="0"/>
              <a:t>घ) यहाँको अध्ययनको प्रस्थान विन्दु अन्य पूर्व कार्यहरू भन्दा कसरी पृथक छ?</a:t>
            </a:r>
          </a:p>
          <a:p>
            <a:endParaRPr lang="en-US" dirty="0"/>
          </a:p>
        </p:txBody>
      </p:sp>
    </p:spTree>
    <p:extLst>
      <p:ext uri="{BB962C8B-B14F-4D97-AF65-F5344CB8AC3E}">
        <p14:creationId xmlns:p14="http://schemas.microsoft.com/office/powerpoint/2010/main" val="3519603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C67B-042A-8590-B333-56A4E15F3043}"/>
              </a:ext>
            </a:extLst>
          </p:cNvPr>
          <p:cNvSpPr>
            <a:spLocks noGrp="1"/>
          </p:cNvSpPr>
          <p:nvPr>
            <p:ph type="title"/>
          </p:nvPr>
        </p:nvSpPr>
        <p:spPr>
          <a:xfrm>
            <a:off x="1158864" y="102021"/>
            <a:ext cx="9779183" cy="1371697"/>
          </a:xfrm>
        </p:spPr>
        <p:txBody>
          <a:bodyPr/>
          <a:lstStyle/>
          <a:p>
            <a:pPr algn="ctr"/>
            <a:r>
              <a:rPr lang="en-US" dirty="0"/>
              <a:t>Research Questions</a:t>
            </a:r>
          </a:p>
        </p:txBody>
      </p:sp>
      <p:sp>
        <p:nvSpPr>
          <p:cNvPr id="3" name="Content Placeholder 2">
            <a:extLst>
              <a:ext uri="{FF2B5EF4-FFF2-40B4-BE49-F238E27FC236}">
                <a16:creationId xmlns:a16="http://schemas.microsoft.com/office/drawing/2014/main" id="{CAA32FA5-31F0-0003-D8F5-B5BC7B521B67}"/>
              </a:ext>
            </a:extLst>
          </p:cNvPr>
          <p:cNvSpPr>
            <a:spLocks noGrp="1"/>
          </p:cNvSpPr>
          <p:nvPr>
            <p:ph idx="1"/>
          </p:nvPr>
        </p:nvSpPr>
        <p:spPr>
          <a:xfrm>
            <a:off x="351692" y="1652955"/>
            <a:ext cx="11553093" cy="4783014"/>
          </a:xfrm>
        </p:spPr>
        <p:txBody>
          <a:bodyPr/>
          <a:lstStyle/>
          <a:p>
            <a:pPr marL="457200" indent="-457200">
              <a:buFont typeface="Wingdings" panose="05000000000000000000" pitchFamily="2" charset="2"/>
              <a:buChar char="q"/>
            </a:pPr>
            <a:r>
              <a:rPr lang="en-US" sz="3600" b="1" dirty="0"/>
              <a:t>Research questions are for seeking answers to address the problem that you felt while going through the primary text/study area</a:t>
            </a:r>
          </a:p>
          <a:p>
            <a:pPr marL="457200" indent="-457200">
              <a:buFont typeface="Wingdings" panose="05000000000000000000" pitchFamily="2" charset="2"/>
              <a:buChar char="q"/>
            </a:pPr>
            <a:r>
              <a:rPr lang="en-US" sz="3600" b="1" dirty="0"/>
              <a:t>What . . .?(issue raised)</a:t>
            </a:r>
          </a:p>
          <a:p>
            <a:pPr marL="457200" indent="-457200">
              <a:buFont typeface="Wingdings" panose="05000000000000000000" pitchFamily="2" charset="2"/>
              <a:buChar char="q"/>
            </a:pPr>
            <a:r>
              <a:rPr lang="en-US" sz="3600" b="1" dirty="0"/>
              <a:t>How . . .? (Textual Evidences)</a:t>
            </a:r>
          </a:p>
          <a:p>
            <a:pPr marL="457200" indent="-457200">
              <a:buFont typeface="Wingdings" panose="05000000000000000000" pitchFamily="2" charset="2"/>
              <a:buChar char="q"/>
            </a:pPr>
            <a:r>
              <a:rPr lang="en-US" sz="3600" b="1" dirty="0"/>
              <a:t>Why . . .?(Reasons for raising the issue)</a:t>
            </a:r>
          </a:p>
          <a:p>
            <a:pPr marL="457200" indent="-457200">
              <a:buFont typeface="Wingdings" panose="05000000000000000000" pitchFamily="2" charset="2"/>
              <a:buChar char="q"/>
            </a:pPr>
            <a:endParaRPr lang="en-US" dirty="0"/>
          </a:p>
        </p:txBody>
      </p:sp>
    </p:spTree>
    <p:extLst>
      <p:ext uri="{BB962C8B-B14F-4D97-AF65-F5344CB8AC3E}">
        <p14:creationId xmlns:p14="http://schemas.microsoft.com/office/powerpoint/2010/main" val="1457746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BB60-3625-71BC-5702-999760E4E6F5}"/>
              </a:ext>
            </a:extLst>
          </p:cNvPr>
          <p:cNvSpPr>
            <a:spLocks noGrp="1"/>
          </p:cNvSpPr>
          <p:nvPr>
            <p:ph type="title"/>
          </p:nvPr>
        </p:nvSpPr>
        <p:spPr>
          <a:xfrm>
            <a:off x="1158864" y="102022"/>
            <a:ext cx="10095290" cy="1251994"/>
          </a:xfrm>
        </p:spPr>
        <p:txBody>
          <a:bodyPr/>
          <a:lstStyle/>
          <a:p>
            <a:pPr algn="ctr"/>
            <a:r>
              <a:rPr lang="ne-NP" dirty="0"/>
              <a:t>अनुसन्धान प्रश्न</a:t>
            </a:r>
            <a:endParaRPr lang="en-US" dirty="0"/>
          </a:p>
        </p:txBody>
      </p:sp>
      <p:sp>
        <p:nvSpPr>
          <p:cNvPr id="3" name="Content Placeholder 2">
            <a:extLst>
              <a:ext uri="{FF2B5EF4-FFF2-40B4-BE49-F238E27FC236}">
                <a16:creationId xmlns:a16="http://schemas.microsoft.com/office/drawing/2014/main" id="{79B92263-4170-2330-A1CC-B8137E981160}"/>
              </a:ext>
            </a:extLst>
          </p:cNvPr>
          <p:cNvSpPr>
            <a:spLocks noGrp="1"/>
          </p:cNvSpPr>
          <p:nvPr>
            <p:ph idx="1"/>
          </p:nvPr>
        </p:nvSpPr>
        <p:spPr>
          <a:xfrm>
            <a:off x="439614" y="1600200"/>
            <a:ext cx="11166231" cy="5155779"/>
          </a:xfrm>
        </p:spPr>
        <p:txBody>
          <a:bodyPr/>
          <a:lstStyle/>
          <a:p>
            <a:r>
              <a:rPr lang="ne-NP" dirty="0"/>
              <a:t>मैले प्राथमिक बिश्लेष्य सामाग्रीको गहन अध्ययन गर्दा/अध्ययन क्षेत्रको सघन अवलोकन गर्दा  अनुभुत गरेको प्राज्ञिक समस्यालाई सम्बोधन गर्न  हेतु उत्तर खोज्नका लागि निम्नलिखित अनुसन्धान प्रश्न निर्माण गरेको छु:</a:t>
            </a:r>
            <a:endParaRPr lang="en-US" dirty="0"/>
          </a:p>
          <a:p>
            <a:r>
              <a:rPr lang="ne-NP" dirty="0"/>
              <a:t>क) के.........?</a:t>
            </a:r>
            <a:endParaRPr lang="en-US" dirty="0"/>
          </a:p>
          <a:p>
            <a:r>
              <a:rPr lang="ne-NP" dirty="0"/>
              <a:t>ख) कसरी........?</a:t>
            </a:r>
            <a:endParaRPr lang="en-US" dirty="0"/>
          </a:p>
          <a:p>
            <a:r>
              <a:rPr lang="ne-NP" dirty="0"/>
              <a:t>ग) किन.......?</a:t>
            </a:r>
            <a:endParaRPr lang="en-US" dirty="0"/>
          </a:p>
        </p:txBody>
      </p:sp>
    </p:spTree>
    <p:extLst>
      <p:ext uri="{BB962C8B-B14F-4D97-AF65-F5344CB8AC3E}">
        <p14:creationId xmlns:p14="http://schemas.microsoft.com/office/powerpoint/2010/main" val="480032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865" y="102021"/>
            <a:ext cx="7680336" cy="3479379"/>
          </a:xfrm>
        </p:spPr>
        <p:txBody>
          <a:bodyPr/>
          <a:lstStyle/>
          <a:p>
            <a:pPr algn="ctr"/>
            <a:br>
              <a:rPr lang="en-US" dirty="0">
                <a:solidFill>
                  <a:srgbClr val="660066"/>
                </a:solidFill>
              </a:rPr>
            </a:br>
            <a:r>
              <a:rPr lang="en-US" sz="9600" dirty="0">
                <a:solidFill>
                  <a:srgbClr val="660066"/>
                </a:solidFill>
              </a:rPr>
              <a:t>Thank You</a:t>
            </a:r>
          </a:p>
        </p:txBody>
      </p:sp>
    </p:spTree>
    <p:extLst>
      <p:ext uri="{BB962C8B-B14F-4D97-AF65-F5344CB8AC3E}">
        <p14:creationId xmlns:p14="http://schemas.microsoft.com/office/powerpoint/2010/main" val="1117410984"/>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3.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9346</TotalTime>
  <Words>2331</Words>
  <Application>Microsoft Office PowerPoint</Application>
  <PresentationFormat>Widescreen</PresentationFormat>
  <Paragraphs>90</Paragraphs>
  <Slides>20</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Calibri</vt:lpstr>
      <vt:lpstr>Tenorite</vt:lpstr>
      <vt:lpstr>Times New Roman</vt:lpstr>
      <vt:lpstr>Trebuchet MS</vt:lpstr>
      <vt:lpstr>Wingdings</vt:lpstr>
      <vt:lpstr>Wingdings 3</vt:lpstr>
      <vt:lpstr>Custom</vt:lpstr>
      <vt:lpstr>Facet</vt:lpstr>
      <vt:lpstr>    Seminar Class on Writing Research Paper   Prof. Jib Lal Sapkota PhD  Central Department of English,  Tribhuvan University,  Kirtipur        </vt:lpstr>
      <vt:lpstr>Research</vt:lpstr>
      <vt:lpstr>Research Paper</vt:lpstr>
      <vt:lpstr>Title</vt:lpstr>
      <vt:lpstr>PowerPoint Presentation</vt:lpstr>
      <vt:lpstr>Abstract</vt:lpstr>
      <vt:lpstr>PowerPoint Presentation</vt:lpstr>
      <vt:lpstr>Introduction</vt:lpstr>
      <vt:lpstr>Background</vt:lpstr>
      <vt:lpstr>PowerPoint Presentation</vt:lpstr>
      <vt:lpstr>PowerPoint Presentation</vt:lpstr>
      <vt:lpstr>PowerPoint Presentation</vt:lpstr>
      <vt:lpstr>PowerPoint Presentation</vt:lpstr>
      <vt:lpstr>PowerPoint Presentation</vt:lpstr>
      <vt:lpstr>PowerPoint Presentation</vt:lpstr>
      <vt:lpstr>Statement of the Problem</vt:lpstr>
      <vt:lpstr>समस्या कथन</vt:lpstr>
      <vt:lpstr>Research Questions</vt:lpstr>
      <vt:lpstr>अनुसन्धान प्रश्न</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
  <cp:lastModifiedBy>Dell</cp:lastModifiedBy>
  <cp:revision>617</cp:revision>
  <dcterms:created xsi:type="dcterms:W3CDTF">2024-08-29T20:08:27Z</dcterms:created>
  <dcterms:modified xsi:type="dcterms:W3CDTF">2026-03-29T08:18:28Z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